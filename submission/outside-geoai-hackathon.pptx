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deade58e454e10" /><Relationship Type="http://schemas.openxmlformats.org/officeDocument/2006/relationships/extended-properties" Target="/docProps/app.xml" Id="R2632dbf4c97f4e79" /><Relationship Type="http://schemas.openxmlformats.org/officeDocument/2006/relationships/officeDocument" Target="/ppt/presentation.xml" Id="R1c9037e582fb49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ff7aa21e9e448f"/>
  </p:sldMasterIdLst>
  <p:notesMasterIdLst>
    <p:notesMasterId xmlns:r="http://schemas.openxmlformats.org/officeDocument/2006/relationships" r:id="R32b598ed67054295"/>
  </p:notesMasterIdLst>
  <p:sldIdLst>
    <p:sldId xmlns:r="http://schemas.openxmlformats.org/officeDocument/2006/relationships" id="256" r:id="R1c273d0730ab4f03"/>
    <p:sldId xmlns:r="http://schemas.openxmlformats.org/officeDocument/2006/relationships" id="257" r:id="Ra60b794b8eb540d8"/>
    <p:sldId xmlns:r="http://schemas.openxmlformats.org/officeDocument/2006/relationships" id="258" r:id="R1b8e153080524cff"/>
    <p:sldId xmlns:r="http://schemas.openxmlformats.org/officeDocument/2006/relationships" id="259" r:id="R4b9a285a72e54a1e"/>
    <p:sldId xmlns:r="http://schemas.openxmlformats.org/officeDocument/2006/relationships" id="260" r:id="Ra53e6ff59a684e36"/>
    <p:sldId xmlns:r="http://schemas.openxmlformats.org/officeDocument/2006/relationships" id="261" r:id="R10b2a0144f5948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575b0cb60a40c9" /><Relationship Type="http://schemas.openxmlformats.org/officeDocument/2006/relationships/slideMaster" Target="/ppt/slideMasters/slideMaster1.xml" Id="R66ff7aa21e9e448f" /><Relationship Type="http://schemas.openxmlformats.org/officeDocument/2006/relationships/notesMaster" Target="/ppt/notesMasters/notesMaster1.xml" Id="R32b598ed67054295" /><Relationship Type="http://schemas.openxmlformats.org/officeDocument/2006/relationships/presProps" Target="/ppt/presProps.xml" Id="Rbfaf714ab9ef45d2" /><Relationship Type="http://schemas.openxmlformats.org/officeDocument/2006/relationships/tableStyles" Target="/ppt/tableStyles.xml" Id="R71329d781dd14f17" /><Relationship Type="http://schemas.openxmlformats.org/officeDocument/2006/relationships/slide" Target="/ppt/slides/slide1.xml" Id="R1c273d0730ab4f03" /><Relationship Type="http://schemas.openxmlformats.org/officeDocument/2006/relationships/slide" Target="/ppt/slides/slide2.xml" Id="Ra60b794b8eb540d8" /><Relationship Type="http://schemas.openxmlformats.org/officeDocument/2006/relationships/slide" Target="/ppt/slides/slide3.xml" Id="R1b8e153080524cff" /><Relationship Type="http://schemas.openxmlformats.org/officeDocument/2006/relationships/slide" Target="/ppt/slides/slide4.xml" Id="R4b9a285a72e54a1e" /><Relationship Type="http://schemas.openxmlformats.org/officeDocument/2006/relationships/slide" Target="/ppt/slides/slide5.xml" Id="Ra53e6ff59a684e36" /><Relationship Type="http://schemas.openxmlformats.org/officeDocument/2006/relationships/slide" Target="/ppt/slides/slide6.xml" Id="R10b2a0144f5948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8b029bea2947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cd042644f94312" /><Relationship Type="http://schemas.openxmlformats.org/officeDocument/2006/relationships/notesMaster" Target="/ppt/notesMasters/notesMaster1.xml" Id="R90062ee6b1494b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266c2bf5ee4bc1" /><Relationship Type="http://schemas.openxmlformats.org/officeDocument/2006/relationships/notesMaster" Target="/ppt/notesMasters/notesMaster1.xml" Id="Rb8ca568a1f6544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2376a514ba4711" /><Relationship Type="http://schemas.openxmlformats.org/officeDocument/2006/relationships/notesMaster" Target="/ppt/notesMasters/notesMaster1.xml" Id="Rda8858feb44d45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7468772ae34165" /><Relationship Type="http://schemas.openxmlformats.org/officeDocument/2006/relationships/notesMaster" Target="/ppt/notesMasters/notesMaster1.xml" Id="R2b0c8ff3adb34e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0ed4007c2f4035" /><Relationship Type="http://schemas.openxmlformats.org/officeDocument/2006/relationships/notesMaster" Target="/ppt/notesMasters/notesMaster1.xml" Id="R99aea81b08cb41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655179094b4fd1" /><Relationship Type="http://schemas.openxmlformats.org/officeDocument/2006/relationships/notesMaster" Target="/ppt/notesMasters/notesMaster1.xml" Id="R158da96ed46f41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source: geoai-hackathon-2026-rulebook.pdf, pages 1–6. Project source: https://github.com/F4K3S4T1SH/geoai-outdoor-assistant . Uses an unchanged self-run small model. No fine-tuning.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geoai/app.py, geoai/model.py, geoai/intent.py, geoai/data.py, geoai/ranking.py in the source repository. Forecast and air-quality data: https://open-meteo.com/en/docs and https://open-meteo.com/en/docs/air-quality-api . Maps: © OpenStreetMap contributors. Routing: https://valhalla.github.io/valhalla/api/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Rulebook reference set: page 2. Implementation: geoai/ranking.py and geoai/advice.py. These thresholds are prototype heuristics, not medically validated clinical limits. Traffic is a road-proximity / commute-hour proxy rather than live congestion; water barriers and shade are not verified. Automated fixture coverage demonstrates all ten categories, not geographic coverage everywhere.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model: https://huggingface.co/Qwen/Qwen2.5-1.5B-Instruct . GGUF upstream: https://huggingface.co/Qwen/Qwen2.5-1.5B-Instruct-GGUF revision 91cad51170dc346986eccefdc2dd33a9da36ead9 . Exact artifact SHA256: 6a1a2eb6d15622bf3c96857206351ba97e1af16c30d7a74ee38970e434e9407e . Team repository: https://huggingface.co/F4K3S4T1SH/geoai-outdoor-model . Licence Apache 2.0. GGUF loading reference: https://huggingface.co/docs/transformers/quantization/gguf . OpenAI Codex helped write the code; no hosted large model runs in the assistant.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Recorded live development response: https://github.com/F4K3S4T1SH/geoai-outdoor-assistant/blob/main/submission/live-example.json . Forecast US AQI 161 was recorded for early morning on 24 October 2026; prototype general-profile ceiling 100 is a development rule, not a claim of universal safety. One venue lacked data. A later warm-cache public HTTPS request took 16.56 seconds; that single timing is not an uptime or latency guarantee. This is a historical worked example; runtime never substitutes it for live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Limitations and setup: README.md and HOSTING.md in the source repository. Quick tunnel documentation: https://developers.cloudflare.com/tunnel/get-started/quick-tunnels/ . The laptop must remain online; hostname changes after tunnel restart. Model/data/library sources and OpenAI Codex development assistance are disclosed in README.md. This presentation does not assert successful Google Form submission or guaranteed judging-window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7b5e2ca0ba49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cf623e4a3d4f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09a57220940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8d1d290c447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468245453140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e739d600ad46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E6791F-6B08-46DF-8844-6F32C84DDE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4D4BC9-C651-49B9-9D47-306F4148DC2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B99456-4BB9-4F49-9907-1A6317E6BA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0AF0FA-20C5-4CBA-B589-698069FFED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3E8607-80DA-4AE3-8CBA-84A5BC03E7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3E84A7-4D09-43A4-88E4-27A2AF3132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410585-D7DF-4A80-8480-05A301E282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5543BE-28EA-40B9-A087-C18962532C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85B858-485E-409F-A952-AAD2D26D39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D0F99D-2E98-4FDE-B26A-CF33C4BF94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a32e8f28e14e9e" /><Relationship Type="http://schemas.openxmlformats.org/officeDocument/2006/relationships/slideLayout" Target="/ppt/slideLayouts/slideLayout1.xml" Id="R1df6f3f5cd5d4be1" /><Relationship Type="http://schemas.openxmlformats.org/officeDocument/2006/relationships/slideLayout" Target="/ppt/slideLayouts/slideLayout2.xml" Id="Rcaf966f1d7f244e4" /><Relationship Type="http://schemas.openxmlformats.org/officeDocument/2006/relationships/slideLayout" Target="/ppt/slideLayouts/slideLayout3.xml" Id="R53bea484db7f4bec" /><Relationship Type="http://schemas.openxmlformats.org/officeDocument/2006/relationships/slideLayout" Target="/ppt/slideLayouts/slideLayout4.xml" Id="R6d9b71a7cfe848e0" /><Relationship Type="http://schemas.openxmlformats.org/officeDocument/2006/relationships/slideLayout" Target="/ppt/slideLayouts/slideLayout5.xml" Id="R17d732c6bbb44be8" /><Relationship Type="http://schemas.openxmlformats.org/officeDocument/2006/relationships/slideLayout" Target="/ppt/slideLayouts/slideLayout6.xml" Id="R855557bc411842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f6f3f5cd5d4be1"/>
    <p:sldLayoutId xmlns:r="http://schemas.openxmlformats.org/officeDocument/2006/relationships" id="2147483650" r:id="Rcaf966f1d7f244e4"/>
    <p:sldLayoutId xmlns:r="http://schemas.openxmlformats.org/officeDocument/2006/relationships" id="2147483651" r:id="R53bea484db7f4bec"/>
    <p:sldLayoutId xmlns:r="http://schemas.openxmlformats.org/officeDocument/2006/relationships" id="2147483652" r:id="R6d9b71a7cfe848e0"/>
    <p:sldLayoutId xmlns:r="http://schemas.openxmlformats.org/officeDocument/2006/relationships" id="2147483653" r:id="R17d732c6bbb44be8"/>
    <p:sldLayoutId xmlns:r="http://schemas.openxmlformats.org/officeDocument/2006/relationships" id="2147483654" r:id="R855557bc411842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e35dfec3be43d8" /><Relationship Type="http://schemas.openxmlformats.org/officeDocument/2006/relationships/notesSlide" Target="/ppt/notesSlides/notesSlide1.xml" Id="Rb06483fab9ef4f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284b9afdb24409" /><Relationship Type="http://schemas.openxmlformats.org/officeDocument/2006/relationships/notesSlide" Target="/ppt/notesSlides/notesSlide2.xml" Id="R95147fd1a9744b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784e6022b64ce0" /><Relationship Type="http://schemas.openxmlformats.org/officeDocument/2006/relationships/notesSlide" Target="/ppt/notesSlides/notesSlide3.xml" Id="Rbfed153c64ad4d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a10af4dc9e4d1f" /><Relationship Type="http://schemas.openxmlformats.org/officeDocument/2006/relationships/notesSlide" Target="/ppt/notesSlides/notesSlide4.xml" Id="R2b409972f0054a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b11bcb61f94a4a" /><Relationship Type="http://schemas.openxmlformats.org/officeDocument/2006/relationships/chart" Target="/ppt/slides/charts/chart1.xml" Id="Rafbfab4d6b4d4895" /><Relationship Type="http://schemas.openxmlformats.org/officeDocument/2006/relationships/notesSlide" Target="/ppt/notesSlides/notesSlide5.xml" Id="Ra165d3cdbabc48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891cc544e648d4" /><Relationship Type="http://schemas.openxmlformats.org/officeDocument/2006/relationships/notesSlide" Target="/ppt/notesSlides/notesSlide6.xml" Id="Re27280ea70a345e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US AQI</c:v>
          </c:tx>
          <c:spPr>
            <a:solidFill xmlns:a="http://schemas.openxmlformats.org/drawingml/2006/main">
              <a:srgbClr val="245B48"/>
            </a:solidFill>
          </c:spPr>
          <c:invertIfNegative val="0"/>
          <c:cat>
            <c:strLit>
              <c:ptCount val="2"/>
              <c:pt idx="0">
                <c:v>Forecast US AQI</c:v>
              </c:pt>
              <c:pt idx="1">
                <c:v>Prototype limit</c:v>
              </c:pt>
            </c:strLit>
          </c:cat>
          <c:val>
            <c:numLit>
              <c:formatCode>General</c:formatCode>
              <c:ptCount val="2"/>
              <c:pt idx="0">
                <c:v>161</c:v>
              </c:pt>
              <c:pt idx="1">
                <c:v>100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3BE6C-7ED8-4DE3-AD65-4B714823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203B31"/>
                </a:solidFill>
              </a:defRPr>
            </a:defPPr>
            <a:lvl1pPr>
              <a:defRPr sz="3450" b="1">
                <a:solidFill>
                  <a:srgbClr val="203B31"/>
                </a:solidFill>
              </a:defRPr>
            </a:lvl1pPr>
            <a:lvl2pPr>
              <a:defRPr sz="3450" b="1">
                <a:solidFill>
                  <a:srgbClr val="203B31"/>
                </a:solidFill>
              </a:defRPr>
            </a:lvl2pPr>
            <a:lvl3pPr>
              <a:defRPr sz="3450" b="1">
                <a:solidFill>
                  <a:srgbClr val="203B31"/>
                </a:solidFill>
              </a:defRPr>
            </a:lvl3pPr>
            <a:lvl4pPr>
              <a:defRPr sz="3450" b="1">
                <a:solidFill>
                  <a:srgbClr val="203B31"/>
                </a:solidFill>
              </a:defRPr>
            </a:lvl4pPr>
            <a:lvl5pPr>
              <a:defRPr sz="3450" b="1">
                <a:solidFill>
                  <a:srgbClr val="203B31"/>
                </a:solidFill>
              </a:defRPr>
            </a:lvl5pPr>
            <a:lvl6pPr>
              <a:defRPr sz="3450" b="1">
                <a:solidFill>
                  <a:srgbClr val="203B31"/>
                </a:solidFill>
              </a:defRPr>
            </a:lvl6pPr>
            <a:lvl7pPr>
              <a:defRPr sz="3450" b="1">
                <a:solidFill>
                  <a:srgbClr val="203B31"/>
                </a:solidFill>
              </a:defRPr>
            </a:lvl7pPr>
            <a:lvl8pPr>
              <a:defRPr sz="3450" b="1">
                <a:solidFill>
                  <a:srgbClr val="203B31"/>
                </a:solidFill>
              </a:defRPr>
            </a:lvl8pPr>
            <a:lvl9pPr>
              <a:defRPr sz="3450" b="1">
                <a:solidFill>
                  <a:srgbClr val="203B31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03B31"/>
                </a:solidFill>
              </a:defRPr>
            </a:pPr>
            <a:r>
              <a:rPr sz="3450" b="1">
                <a:solidFill>
                  <a:srgbClr val="203B31"/>
                </a:solidFill>
              </a:rPr>
              <a:t>Outside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13612-DFDF-4B1F-B773-ED901543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97663"/>
                </a:solidFill>
              </a:defRPr>
            </a:defPPr>
            <a:lvl1pPr>
              <a:defRPr sz="1200" b="0">
                <a:solidFill>
                  <a:srgbClr val="697663"/>
                </a:solidFill>
              </a:defRPr>
            </a:lvl1pPr>
            <a:lvl2pPr>
              <a:defRPr sz="1200" b="0">
                <a:solidFill>
                  <a:srgbClr val="697663"/>
                </a:solidFill>
              </a:defRPr>
            </a:lvl2pPr>
            <a:lvl3pPr>
              <a:defRPr sz="1200" b="0">
                <a:solidFill>
                  <a:srgbClr val="697663"/>
                </a:solidFill>
              </a:defRPr>
            </a:lvl3pPr>
            <a:lvl4pPr>
              <a:defRPr sz="1200" b="0">
                <a:solidFill>
                  <a:srgbClr val="697663"/>
                </a:solidFill>
              </a:defRPr>
            </a:lvl4pPr>
            <a:lvl5pPr>
              <a:defRPr sz="1200" b="0">
                <a:solidFill>
                  <a:srgbClr val="697663"/>
                </a:solidFill>
              </a:defRPr>
            </a:lvl5pPr>
            <a:lvl6pPr>
              <a:defRPr sz="1200" b="0">
                <a:solidFill>
                  <a:srgbClr val="697663"/>
                </a:solidFill>
              </a:defRPr>
            </a:lvl6pPr>
            <a:lvl7pPr>
              <a:defRPr sz="1200" b="0">
                <a:solidFill>
                  <a:srgbClr val="697663"/>
                </a:solidFill>
              </a:defRPr>
            </a:lvl7pPr>
            <a:lvl8pPr>
              <a:defRPr sz="1200" b="0">
                <a:solidFill>
                  <a:srgbClr val="697663"/>
                </a:solidFill>
              </a:defRPr>
            </a:lvl8pPr>
            <a:lvl9pPr>
              <a:defRPr sz="1200" b="0">
                <a:solidFill>
                  <a:srgbClr val="69766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97663"/>
                </a:solidFill>
              </a:defRPr>
            </a:pPr>
            <a:r>
              <a:rPr sz="1200" b="0">
                <a:solidFill>
                  <a:srgbClr val="697663"/>
                </a:solidFill>
              </a:rPr>
              <a:t>Outside · GeoAI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27FF6-84C2-45D6-8279-B0DCCDC5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97663"/>
                </a:solidFill>
              </a:defRPr>
            </a:defPPr>
            <a:lvl1pPr>
              <a:defRPr sz="1200" b="0">
                <a:solidFill>
                  <a:srgbClr val="697663"/>
                </a:solidFill>
              </a:defRPr>
            </a:lvl1pPr>
            <a:lvl2pPr>
              <a:defRPr sz="1200" b="0">
                <a:solidFill>
                  <a:srgbClr val="697663"/>
                </a:solidFill>
              </a:defRPr>
            </a:lvl2pPr>
            <a:lvl3pPr>
              <a:defRPr sz="1200" b="0">
                <a:solidFill>
                  <a:srgbClr val="697663"/>
                </a:solidFill>
              </a:defRPr>
            </a:lvl3pPr>
            <a:lvl4pPr>
              <a:defRPr sz="1200" b="0">
                <a:solidFill>
                  <a:srgbClr val="697663"/>
                </a:solidFill>
              </a:defRPr>
            </a:lvl4pPr>
            <a:lvl5pPr>
              <a:defRPr sz="1200" b="0">
                <a:solidFill>
                  <a:srgbClr val="697663"/>
                </a:solidFill>
              </a:defRPr>
            </a:lvl5pPr>
            <a:lvl6pPr>
              <a:defRPr sz="1200" b="0">
                <a:solidFill>
                  <a:srgbClr val="697663"/>
                </a:solidFill>
              </a:defRPr>
            </a:lvl6pPr>
            <a:lvl7pPr>
              <a:defRPr sz="1200" b="0">
                <a:solidFill>
                  <a:srgbClr val="697663"/>
                </a:solidFill>
              </a:defRPr>
            </a:lvl7pPr>
            <a:lvl8pPr>
              <a:defRPr sz="1200" b="0">
                <a:solidFill>
                  <a:srgbClr val="697663"/>
                </a:solidFill>
              </a:defRPr>
            </a:lvl8pPr>
            <a:lvl9pPr>
              <a:defRPr sz="1200" b="0">
                <a:solidFill>
                  <a:srgbClr val="69766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97663"/>
                </a:solidFill>
              </a:defRPr>
            </a:pPr>
            <a:r>
              <a:rPr sz="1200" b="0">
                <a:solidFill>
                  <a:srgbClr val="69766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65373-1CC2-4EB9-8EAA-03895CAC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0">
                <a:solidFill>
                  <a:srgbClr val="245B48"/>
                </a:solidFill>
              </a:defRPr>
            </a:defPPr>
            <a:lvl1pPr>
              <a:defRPr sz="4050" b="0">
                <a:solidFill>
                  <a:srgbClr val="245B48"/>
                </a:solidFill>
              </a:defRPr>
            </a:lvl1pPr>
            <a:lvl2pPr>
              <a:defRPr sz="4050" b="0">
                <a:solidFill>
                  <a:srgbClr val="245B48"/>
                </a:solidFill>
              </a:defRPr>
            </a:lvl2pPr>
            <a:lvl3pPr>
              <a:defRPr sz="4050" b="0">
                <a:solidFill>
                  <a:srgbClr val="245B48"/>
                </a:solidFill>
              </a:defRPr>
            </a:lvl3pPr>
            <a:lvl4pPr>
              <a:defRPr sz="4050" b="0">
                <a:solidFill>
                  <a:srgbClr val="245B48"/>
                </a:solidFill>
              </a:defRPr>
            </a:lvl4pPr>
            <a:lvl5pPr>
              <a:defRPr sz="4050" b="0">
                <a:solidFill>
                  <a:srgbClr val="245B48"/>
                </a:solidFill>
              </a:defRPr>
            </a:lvl5pPr>
            <a:lvl6pPr>
              <a:defRPr sz="4050" b="0">
                <a:solidFill>
                  <a:srgbClr val="245B48"/>
                </a:solidFill>
              </a:defRPr>
            </a:lvl6pPr>
            <a:lvl7pPr>
              <a:defRPr sz="4050" b="0">
                <a:solidFill>
                  <a:srgbClr val="245B48"/>
                </a:solidFill>
              </a:defRPr>
            </a:lvl7pPr>
            <a:lvl8pPr>
              <a:defRPr sz="4050" b="0">
                <a:solidFill>
                  <a:srgbClr val="245B48"/>
                </a:solidFill>
              </a:defRPr>
            </a:lvl8pPr>
            <a:lvl9pPr>
              <a:defRPr sz="4050" b="0">
                <a:solidFill>
                  <a:srgbClr val="245B48"/>
                </a:solidFill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245B48"/>
                </a:solidFill>
              </a:defRPr>
            </a:pPr>
            <a:r>
              <a:rPr sz="4050" b="0">
                <a:solidFill>
                  <a:srgbClr val="245B48"/>
                </a:solidFill>
              </a:rPr>
              <a:t>Outdoor places and times,</a:t>
            </a:r>
          </a:p>
          <a:p xmlns:a="http://schemas.openxmlformats.org/drawingml/2006/main">
            <a:pPr>
              <a:defRPr sz="4050" b="0">
                <a:solidFill>
                  <a:srgbClr val="245B48"/>
                </a:solidFill>
              </a:defRPr>
            </a:pPr>
            <a:r>
              <a:rPr sz="4050" b="0">
                <a:solidFill>
                  <a:srgbClr val="245B48"/>
                </a:solidFill>
              </a:rPr>
              <a:t>with the evidence behind the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DFA2F-58F9-483F-B4E7-0609B011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97663"/>
                </a:solidFill>
              </a:defRPr>
            </a:defPPr>
            <a:lvl1pPr>
              <a:defRPr sz="1875" b="0">
                <a:solidFill>
                  <a:srgbClr val="697663"/>
                </a:solidFill>
              </a:defRPr>
            </a:lvl1pPr>
            <a:lvl2pPr>
              <a:defRPr sz="1875" b="0">
                <a:solidFill>
                  <a:srgbClr val="697663"/>
                </a:solidFill>
              </a:defRPr>
            </a:lvl2pPr>
            <a:lvl3pPr>
              <a:defRPr sz="1875" b="0">
                <a:solidFill>
                  <a:srgbClr val="697663"/>
                </a:solidFill>
              </a:defRPr>
            </a:lvl3pPr>
            <a:lvl4pPr>
              <a:defRPr sz="1875" b="0">
                <a:solidFill>
                  <a:srgbClr val="697663"/>
                </a:solidFill>
              </a:defRPr>
            </a:lvl4pPr>
            <a:lvl5pPr>
              <a:defRPr sz="1875" b="0">
                <a:solidFill>
                  <a:srgbClr val="697663"/>
                </a:solidFill>
              </a:defRPr>
            </a:lvl5pPr>
            <a:lvl6pPr>
              <a:defRPr sz="1875" b="0">
                <a:solidFill>
                  <a:srgbClr val="697663"/>
                </a:solidFill>
              </a:defRPr>
            </a:lvl6pPr>
            <a:lvl7pPr>
              <a:defRPr sz="1875" b="0">
                <a:solidFill>
                  <a:srgbClr val="697663"/>
                </a:solidFill>
              </a:defRPr>
            </a:lvl7pPr>
            <a:lvl8pPr>
              <a:defRPr sz="1875" b="0">
                <a:solidFill>
                  <a:srgbClr val="697663"/>
                </a:solidFill>
              </a:defRPr>
            </a:lvl8pPr>
            <a:lvl9pPr>
              <a:defRPr sz="1875" b="0">
                <a:solidFill>
                  <a:srgbClr val="69766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97663"/>
                </a:solidFill>
              </a:defRPr>
            </a:pPr>
            <a:r>
              <a:rPr sz="1875" b="0">
                <a:solidFill>
                  <a:srgbClr val="697663"/>
                </a:solidFill>
              </a:rPr>
              <a:t>F4K3S4T1SH</a:t>
            </a:r>
          </a:p>
          <a:p xmlns:a="http://schemas.openxmlformats.org/drawingml/2006/main">
            <a:pPr>
              <a:defRPr sz="1875" b="0">
                <a:solidFill>
                  <a:srgbClr val="697663"/>
                </a:solidFill>
              </a:defRPr>
            </a:pPr>
            <a:r>
              <a:rPr sz="1875" b="0">
                <a:solidFill>
                  <a:srgbClr val="697663"/>
                </a:solidFill>
              </a:rPr>
              <a:t>CSRE, IIT Bombay · GeoAI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1231427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42E84-7937-4893-8A9F-4A2D6E497E53}"/>
              </a:ext>
            </a:extLst>
          </p:cNvPr>
          <p:cNvCxnSpPr>
            <a:stCxn xmlns:a="http://schemas.openxmlformats.org/drawingml/2006/main" id="14" idx="1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3714750" y="44291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48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3DF58-EB86-4A90-A3A3-F7490728CB6C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7477125" y="44291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48"/>
            </a:solidFill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B2104-6C4E-49AD-93BC-DA6C88D72101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9715500" y="29527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48"/>
            </a:solidFill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F4408-2F2E-4790-9D6E-AEFC37C8CC6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77125" y="24288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48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C7F84-2A0E-4126-8F19-608343F0ABC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714750" y="24288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48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A86E9-EEB0-4146-8FDB-C161E636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203B31"/>
                </a:solidFill>
              </a:defRPr>
            </a:defPPr>
            <a:lvl1pPr>
              <a:defRPr sz="3450" b="1">
                <a:solidFill>
                  <a:srgbClr val="203B31"/>
                </a:solidFill>
              </a:defRPr>
            </a:lvl1pPr>
            <a:lvl2pPr>
              <a:defRPr sz="3450" b="1">
                <a:solidFill>
                  <a:srgbClr val="203B31"/>
                </a:solidFill>
              </a:defRPr>
            </a:lvl2pPr>
            <a:lvl3pPr>
              <a:defRPr sz="3450" b="1">
                <a:solidFill>
                  <a:srgbClr val="203B31"/>
                </a:solidFill>
              </a:defRPr>
            </a:lvl3pPr>
            <a:lvl4pPr>
              <a:defRPr sz="3450" b="1">
                <a:solidFill>
                  <a:srgbClr val="203B31"/>
                </a:solidFill>
              </a:defRPr>
            </a:lvl4pPr>
            <a:lvl5pPr>
              <a:defRPr sz="3450" b="1">
                <a:solidFill>
                  <a:srgbClr val="203B31"/>
                </a:solidFill>
              </a:defRPr>
            </a:lvl5pPr>
            <a:lvl6pPr>
              <a:defRPr sz="3450" b="1">
                <a:solidFill>
                  <a:srgbClr val="203B31"/>
                </a:solidFill>
              </a:defRPr>
            </a:lvl6pPr>
            <a:lvl7pPr>
              <a:defRPr sz="3450" b="1">
                <a:solidFill>
                  <a:srgbClr val="203B31"/>
                </a:solidFill>
              </a:defRPr>
            </a:lvl7pPr>
            <a:lvl8pPr>
              <a:defRPr sz="3450" b="1">
                <a:solidFill>
                  <a:srgbClr val="203B31"/>
                </a:solidFill>
              </a:defRPr>
            </a:lvl8pPr>
            <a:lvl9pPr>
              <a:defRPr sz="3450" b="1">
                <a:solidFill>
                  <a:srgbClr val="203B31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03B31"/>
                </a:solidFill>
              </a:defRPr>
            </a:pPr>
            <a:r>
              <a:rPr sz="3450" b="1">
                <a:solidFill>
                  <a:srgbClr val="203B31"/>
                </a:solidFill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1FBE3-FBAF-4DBD-95E3-BAD484B6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97663"/>
                </a:solidFill>
              </a:defRPr>
            </a:defPPr>
            <a:lvl1pPr>
              <a:defRPr sz="1200" b="0">
                <a:solidFill>
                  <a:srgbClr val="697663"/>
                </a:solidFill>
              </a:defRPr>
            </a:lvl1pPr>
            <a:lvl2pPr>
              <a:defRPr sz="1200" b="0">
                <a:solidFill>
                  <a:srgbClr val="697663"/>
                </a:solidFill>
              </a:defRPr>
            </a:lvl2pPr>
            <a:lvl3pPr>
              <a:defRPr sz="1200" b="0">
                <a:solidFill>
                  <a:srgbClr val="697663"/>
                </a:solidFill>
              </a:defRPr>
            </a:lvl3pPr>
            <a:lvl4pPr>
              <a:defRPr sz="1200" b="0">
                <a:solidFill>
                  <a:srgbClr val="697663"/>
                </a:solidFill>
              </a:defRPr>
            </a:lvl4pPr>
            <a:lvl5pPr>
              <a:defRPr sz="1200" b="0">
                <a:solidFill>
                  <a:srgbClr val="697663"/>
                </a:solidFill>
              </a:defRPr>
            </a:lvl5pPr>
            <a:lvl6pPr>
              <a:defRPr sz="1200" b="0">
                <a:solidFill>
                  <a:srgbClr val="697663"/>
                </a:solidFill>
              </a:defRPr>
            </a:lvl6pPr>
            <a:lvl7pPr>
              <a:defRPr sz="1200" b="0">
                <a:solidFill>
                  <a:srgbClr val="697663"/>
                </a:solidFill>
              </a:defRPr>
            </a:lvl7pPr>
            <a:lvl8pPr>
              <a:defRPr sz="1200" b="0">
                <a:solidFill>
                  <a:srgbClr val="697663"/>
                </a:solidFill>
              </a:defRPr>
            </a:lvl8pPr>
            <a:lvl9pPr>
              <a:defRPr sz="1200" b="0">
                <a:solidFill>
                  <a:srgbClr val="69766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97663"/>
                </a:solidFill>
              </a:defRPr>
            </a:pPr>
            <a:r>
              <a:rPr sz="1200" b="0">
                <a:solidFill>
                  <a:srgbClr val="697663"/>
                </a:solidFill>
              </a:rPr>
              <a:t>Outside · GeoAI Hackathon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C66CE-3F6D-46B0-8445-0BD771AA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97663"/>
                </a:solidFill>
              </a:defRPr>
            </a:defPPr>
            <a:lvl1pPr>
              <a:defRPr sz="1200" b="0">
                <a:solidFill>
                  <a:srgbClr val="697663"/>
                </a:solidFill>
              </a:defRPr>
            </a:lvl1pPr>
            <a:lvl2pPr>
              <a:defRPr sz="1200" b="0">
                <a:solidFill>
                  <a:srgbClr val="697663"/>
                </a:solidFill>
              </a:defRPr>
            </a:lvl2pPr>
            <a:lvl3pPr>
              <a:defRPr sz="1200" b="0">
                <a:solidFill>
                  <a:srgbClr val="697663"/>
                </a:solidFill>
              </a:defRPr>
            </a:lvl3pPr>
            <a:lvl4pPr>
              <a:defRPr sz="1200" b="0">
                <a:solidFill>
                  <a:srgbClr val="697663"/>
                </a:solidFill>
              </a:defRPr>
            </a:lvl4pPr>
            <a:lvl5pPr>
              <a:defRPr sz="1200" b="0">
                <a:solidFill>
                  <a:srgbClr val="697663"/>
                </a:solidFill>
              </a:defRPr>
            </a:lvl5pPr>
            <a:lvl6pPr>
              <a:defRPr sz="1200" b="0">
                <a:solidFill>
                  <a:srgbClr val="697663"/>
                </a:solidFill>
              </a:defRPr>
            </a:lvl6pPr>
            <a:lvl7pPr>
              <a:defRPr sz="1200" b="0">
                <a:solidFill>
                  <a:srgbClr val="697663"/>
                </a:solidFill>
              </a:defRPr>
            </a:lvl7pPr>
            <a:lvl8pPr>
              <a:defRPr sz="1200" b="0">
                <a:solidFill>
                  <a:srgbClr val="697663"/>
                </a:solidFill>
              </a:defRPr>
            </a:lvl8pPr>
            <a:lvl9pPr>
              <a:defRPr sz="1200" b="0">
                <a:solidFill>
                  <a:srgbClr val="69766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97663"/>
                </a:solidFill>
              </a:defRPr>
            </a:pPr>
            <a:r>
              <a:rPr sz="1200" b="0">
                <a:solidFill>
                  <a:srgbClr val="69766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029E0-AC20-4292-8BFD-750374F4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DD"/>
          </a:solidFill>
          <a:ln xmlns:a="http://schemas.openxmlformats.org/drawingml/2006/main" w="9525">
            <a:solidFill>
              <a:srgbClr val="B8C8AE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203B31"/>
                </a:solidFill>
              </a:defRPr>
            </a:defPPr>
            <a:lvl1pPr>
              <a:defRPr sz="1950">
                <a:solidFill>
                  <a:srgbClr val="203B31"/>
                </a:solidFill>
              </a:defRPr>
            </a:lvl1pPr>
            <a:lvl2pPr>
              <a:defRPr sz="1950">
                <a:solidFill>
                  <a:srgbClr val="203B31"/>
                </a:solidFill>
              </a:defRPr>
            </a:lvl2pPr>
            <a:lvl3pPr>
              <a:defRPr sz="1950">
                <a:solidFill>
                  <a:srgbClr val="203B31"/>
                </a:solidFill>
              </a:defRPr>
            </a:lvl3pPr>
            <a:lvl4pPr>
              <a:defRPr sz="1950">
                <a:solidFill>
                  <a:srgbClr val="203B31"/>
                </a:solidFill>
              </a:defRPr>
            </a:lvl4pPr>
            <a:lvl5pPr>
              <a:defRPr sz="1950">
                <a:solidFill>
                  <a:srgbClr val="203B31"/>
                </a:solidFill>
              </a:defRPr>
            </a:lvl5pPr>
            <a:lvl6pPr>
              <a:defRPr sz="1950">
                <a:solidFill>
                  <a:srgbClr val="203B31"/>
                </a:solidFill>
              </a:defRPr>
            </a:lvl6pPr>
            <a:lvl7pPr>
              <a:defRPr sz="1950">
                <a:solidFill>
                  <a:srgbClr val="203B31"/>
                </a:solidFill>
              </a:defRPr>
            </a:lvl7pPr>
            <a:lvl8pPr>
              <a:defRPr sz="1950">
                <a:solidFill>
                  <a:srgbClr val="203B31"/>
                </a:solidFill>
              </a:defRPr>
            </a:lvl8pPr>
            <a:lvl9pPr>
              <a:defRPr sz="1950">
                <a:solidFill>
                  <a:srgbClr val="203B31"/>
                </a:solidFill>
              </a:defRPr>
            </a:lvl9pPr>
          </a:lstStyle>
          <a:p xmlns:a="http://schemas.openxmlformats.org/drawingml/2006/main">
            <a:pPr>
              <a:defRPr sz="1950">
                <a:solidFill>
                  <a:srgbClr val="203B31"/>
                </a:solidFill>
              </a:defRPr>
            </a:pPr>
            <a:r>
              <a:rPr sz="1950">
                <a:solidFill>
                  <a:srgbClr val="203B31"/>
                </a:solidFill>
              </a:rPr>
              <a:t>Question + preferences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9F62A-FE66-4E81-BD17-1655E429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0500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DD"/>
          </a:solidFill>
          <a:ln xmlns:a="http://schemas.openxmlformats.org/drawingml/2006/main" w="9525">
            <a:solidFill>
              <a:srgbClr val="B8C8AE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203B31"/>
                </a:solidFill>
              </a:defRPr>
            </a:defPPr>
            <a:lvl1pPr>
              <a:defRPr sz="1950">
                <a:solidFill>
                  <a:srgbClr val="203B31"/>
                </a:solidFill>
              </a:defRPr>
            </a:lvl1pPr>
            <a:lvl2pPr>
              <a:defRPr sz="1950">
                <a:solidFill>
                  <a:srgbClr val="203B31"/>
                </a:solidFill>
              </a:defRPr>
            </a:lvl2pPr>
            <a:lvl3pPr>
              <a:defRPr sz="1950">
                <a:solidFill>
                  <a:srgbClr val="203B31"/>
                </a:solidFill>
              </a:defRPr>
            </a:lvl3pPr>
            <a:lvl4pPr>
              <a:defRPr sz="1950">
                <a:solidFill>
                  <a:srgbClr val="203B31"/>
                </a:solidFill>
              </a:defRPr>
            </a:lvl4pPr>
            <a:lvl5pPr>
              <a:defRPr sz="1950">
                <a:solidFill>
                  <a:srgbClr val="203B31"/>
                </a:solidFill>
              </a:defRPr>
            </a:lvl5pPr>
            <a:lvl6pPr>
              <a:defRPr sz="1950">
                <a:solidFill>
                  <a:srgbClr val="203B31"/>
                </a:solidFill>
              </a:defRPr>
            </a:lvl6pPr>
            <a:lvl7pPr>
              <a:defRPr sz="1950">
                <a:solidFill>
                  <a:srgbClr val="203B31"/>
                </a:solidFill>
              </a:defRPr>
            </a:lvl7pPr>
            <a:lvl8pPr>
              <a:defRPr sz="1950">
                <a:solidFill>
                  <a:srgbClr val="203B31"/>
                </a:solidFill>
              </a:defRPr>
            </a:lvl8pPr>
            <a:lvl9pPr>
              <a:defRPr sz="1950">
                <a:solidFill>
                  <a:srgbClr val="203B31"/>
                </a:solidFill>
              </a:defRPr>
            </a:lvl9pPr>
          </a:lstStyle>
          <a:p xmlns:a="http://schemas.openxmlformats.org/drawingml/2006/main">
            <a:pPr>
              <a:defRPr sz="1950">
                <a:solidFill>
                  <a:srgbClr val="203B31"/>
                </a:solidFill>
              </a:defRPr>
            </a:pPr>
            <a:r>
              <a:rPr sz="1950">
                <a:solidFill>
                  <a:srgbClr val="203B31"/>
                </a:solidFill>
              </a:rPr>
              <a:t>Small model extracts intent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82E66-E676-4D31-BC78-913B808C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DD"/>
          </a:solidFill>
          <a:ln xmlns:a="http://schemas.openxmlformats.org/drawingml/2006/main" w="9525">
            <a:solidFill>
              <a:srgbClr val="B8C8AE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203B31"/>
                </a:solidFill>
              </a:defRPr>
            </a:defPPr>
            <a:lvl1pPr>
              <a:defRPr sz="1950">
                <a:solidFill>
                  <a:srgbClr val="203B31"/>
                </a:solidFill>
              </a:defRPr>
            </a:lvl1pPr>
            <a:lvl2pPr>
              <a:defRPr sz="1950">
                <a:solidFill>
                  <a:srgbClr val="203B31"/>
                </a:solidFill>
              </a:defRPr>
            </a:lvl2pPr>
            <a:lvl3pPr>
              <a:defRPr sz="1950">
                <a:solidFill>
                  <a:srgbClr val="203B31"/>
                </a:solidFill>
              </a:defRPr>
            </a:lvl3pPr>
            <a:lvl4pPr>
              <a:defRPr sz="1950">
                <a:solidFill>
                  <a:srgbClr val="203B31"/>
                </a:solidFill>
              </a:defRPr>
            </a:lvl4pPr>
            <a:lvl5pPr>
              <a:defRPr sz="1950">
                <a:solidFill>
                  <a:srgbClr val="203B31"/>
                </a:solidFill>
              </a:defRPr>
            </a:lvl5pPr>
            <a:lvl6pPr>
              <a:defRPr sz="1950">
                <a:solidFill>
                  <a:srgbClr val="203B31"/>
                </a:solidFill>
              </a:defRPr>
            </a:lvl6pPr>
            <a:lvl7pPr>
              <a:defRPr sz="1950">
                <a:solidFill>
                  <a:srgbClr val="203B31"/>
                </a:solidFill>
              </a:defRPr>
            </a:lvl7pPr>
            <a:lvl8pPr>
              <a:defRPr sz="1950">
                <a:solidFill>
                  <a:srgbClr val="203B31"/>
                </a:solidFill>
              </a:defRPr>
            </a:lvl8pPr>
            <a:lvl9pPr>
              <a:defRPr sz="1950">
                <a:solidFill>
                  <a:srgbClr val="203B31"/>
                </a:solidFill>
              </a:defRPr>
            </a:lvl9pPr>
          </a:lstStyle>
          <a:p xmlns:a="http://schemas.openxmlformats.org/drawingml/2006/main">
            <a:pPr>
              <a:defRPr sz="1950">
                <a:solidFill>
                  <a:srgbClr val="203B31"/>
                </a:solidFill>
              </a:defRPr>
            </a:pPr>
            <a:r>
              <a:rPr sz="1950">
                <a:solidFill>
                  <a:srgbClr val="203B31"/>
                </a:solidFill>
              </a:rPr>
              <a:t>Live maps + forecasts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3292E-F9BE-49CE-9201-AD688F15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DD"/>
          </a:solidFill>
          <a:ln xmlns:a="http://schemas.openxmlformats.org/drawingml/2006/main" w="9525">
            <a:solidFill>
              <a:srgbClr val="B8C8AE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203B31"/>
                </a:solidFill>
              </a:defRPr>
            </a:defPPr>
            <a:lvl1pPr>
              <a:defRPr sz="1950">
                <a:solidFill>
                  <a:srgbClr val="203B31"/>
                </a:solidFill>
              </a:defRPr>
            </a:lvl1pPr>
            <a:lvl2pPr>
              <a:defRPr sz="1950">
                <a:solidFill>
                  <a:srgbClr val="203B31"/>
                </a:solidFill>
              </a:defRPr>
            </a:lvl2pPr>
            <a:lvl3pPr>
              <a:defRPr sz="1950">
                <a:solidFill>
                  <a:srgbClr val="203B31"/>
                </a:solidFill>
              </a:defRPr>
            </a:lvl3pPr>
            <a:lvl4pPr>
              <a:defRPr sz="1950">
                <a:solidFill>
                  <a:srgbClr val="203B31"/>
                </a:solidFill>
              </a:defRPr>
            </a:lvl4pPr>
            <a:lvl5pPr>
              <a:defRPr sz="1950">
                <a:solidFill>
                  <a:srgbClr val="203B31"/>
                </a:solidFill>
              </a:defRPr>
            </a:lvl5pPr>
            <a:lvl6pPr>
              <a:defRPr sz="1950">
                <a:solidFill>
                  <a:srgbClr val="203B31"/>
                </a:solidFill>
              </a:defRPr>
            </a:lvl6pPr>
            <a:lvl7pPr>
              <a:defRPr sz="1950">
                <a:solidFill>
                  <a:srgbClr val="203B31"/>
                </a:solidFill>
              </a:defRPr>
            </a:lvl7pPr>
            <a:lvl8pPr>
              <a:defRPr sz="1950">
                <a:solidFill>
                  <a:srgbClr val="203B31"/>
                </a:solidFill>
              </a:defRPr>
            </a:lvl8pPr>
            <a:lvl9pPr>
              <a:defRPr sz="1950">
                <a:solidFill>
                  <a:srgbClr val="203B31"/>
                </a:solidFill>
              </a:defRPr>
            </a:lvl9pPr>
          </a:lstStyle>
          <a:p xmlns:a="http://schemas.openxmlformats.org/drawingml/2006/main">
            <a:pPr>
              <a:defRPr sz="1950">
                <a:solidFill>
                  <a:srgbClr val="203B31"/>
                </a:solidFill>
              </a:defRPr>
            </a:pPr>
            <a:r>
              <a:rPr sz="1950">
                <a:solidFill>
                  <a:srgbClr val="203B31"/>
                </a:solidFill>
              </a:rPr>
              <a:t>Eligibility and hourly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E1C7AD-5306-4992-8169-3C1E157E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052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DD"/>
          </a:solidFill>
          <a:ln xmlns:a="http://schemas.openxmlformats.org/drawingml/2006/main" w="9525">
            <a:solidFill>
              <a:srgbClr val="B8C8AE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203B31"/>
                </a:solidFill>
              </a:defRPr>
            </a:defPPr>
            <a:lvl1pPr>
              <a:defRPr sz="1950">
                <a:solidFill>
                  <a:srgbClr val="203B31"/>
                </a:solidFill>
              </a:defRPr>
            </a:lvl1pPr>
            <a:lvl2pPr>
              <a:defRPr sz="1950">
                <a:solidFill>
                  <a:srgbClr val="203B31"/>
                </a:solidFill>
              </a:defRPr>
            </a:lvl2pPr>
            <a:lvl3pPr>
              <a:defRPr sz="1950">
                <a:solidFill>
                  <a:srgbClr val="203B31"/>
                </a:solidFill>
              </a:defRPr>
            </a:lvl3pPr>
            <a:lvl4pPr>
              <a:defRPr sz="1950">
                <a:solidFill>
                  <a:srgbClr val="203B31"/>
                </a:solidFill>
              </a:defRPr>
            </a:lvl4pPr>
            <a:lvl5pPr>
              <a:defRPr sz="1950">
                <a:solidFill>
                  <a:srgbClr val="203B31"/>
                </a:solidFill>
              </a:defRPr>
            </a:lvl5pPr>
            <a:lvl6pPr>
              <a:defRPr sz="1950">
                <a:solidFill>
                  <a:srgbClr val="203B31"/>
                </a:solidFill>
              </a:defRPr>
            </a:lvl6pPr>
            <a:lvl7pPr>
              <a:defRPr sz="1950">
                <a:solidFill>
                  <a:srgbClr val="203B31"/>
                </a:solidFill>
              </a:defRPr>
            </a:lvl7pPr>
            <a:lvl8pPr>
              <a:defRPr sz="1950">
                <a:solidFill>
                  <a:srgbClr val="203B31"/>
                </a:solidFill>
              </a:defRPr>
            </a:lvl8pPr>
            <a:lvl9pPr>
              <a:defRPr sz="1950">
                <a:solidFill>
                  <a:srgbClr val="203B31"/>
                </a:solidFill>
              </a:defRPr>
            </a:lvl9pPr>
          </a:lstStyle>
          <a:p xmlns:a="http://schemas.openxmlformats.org/drawingml/2006/main">
            <a:pPr>
              <a:defRPr sz="1950">
                <a:solidFill>
                  <a:srgbClr val="203B31"/>
                </a:solidFill>
              </a:defRPr>
            </a:pPr>
            <a:r>
              <a:rPr sz="1950">
                <a:solidFill>
                  <a:srgbClr val="203B31"/>
                </a:solidFill>
              </a:rPr>
              <a:t>Small model compares candidates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3463BB-37DE-4F9C-B4D0-CCF6419F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DD"/>
          </a:solidFill>
          <a:ln xmlns:a="http://schemas.openxmlformats.org/drawingml/2006/main" w="9525">
            <a:solidFill>
              <a:srgbClr val="B8C8AE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203B31"/>
                </a:solidFill>
              </a:defRPr>
            </a:defPPr>
            <a:lvl1pPr>
              <a:defRPr sz="1950">
                <a:solidFill>
                  <a:srgbClr val="203B31"/>
                </a:solidFill>
              </a:defRPr>
            </a:lvl1pPr>
            <a:lvl2pPr>
              <a:defRPr sz="1950">
                <a:solidFill>
                  <a:srgbClr val="203B31"/>
                </a:solidFill>
              </a:defRPr>
            </a:lvl2pPr>
            <a:lvl3pPr>
              <a:defRPr sz="1950">
                <a:solidFill>
                  <a:srgbClr val="203B31"/>
                </a:solidFill>
              </a:defRPr>
            </a:lvl3pPr>
            <a:lvl4pPr>
              <a:defRPr sz="1950">
                <a:solidFill>
                  <a:srgbClr val="203B31"/>
                </a:solidFill>
              </a:defRPr>
            </a:lvl4pPr>
            <a:lvl5pPr>
              <a:defRPr sz="1950">
                <a:solidFill>
                  <a:srgbClr val="203B31"/>
                </a:solidFill>
              </a:defRPr>
            </a:lvl5pPr>
            <a:lvl6pPr>
              <a:defRPr sz="1950">
                <a:solidFill>
                  <a:srgbClr val="203B31"/>
                </a:solidFill>
              </a:defRPr>
            </a:lvl6pPr>
            <a:lvl7pPr>
              <a:defRPr sz="1950">
                <a:solidFill>
                  <a:srgbClr val="203B31"/>
                </a:solidFill>
              </a:defRPr>
            </a:lvl7pPr>
            <a:lvl8pPr>
              <a:defRPr sz="1950">
                <a:solidFill>
                  <a:srgbClr val="203B31"/>
                </a:solidFill>
              </a:defRPr>
            </a:lvl8pPr>
            <a:lvl9pPr>
              <a:defRPr sz="1950">
                <a:solidFill>
                  <a:srgbClr val="203B31"/>
                </a:solidFill>
              </a:defRPr>
            </a:lvl9pPr>
          </a:lstStyle>
          <a:p xmlns:a="http://schemas.openxmlformats.org/drawingml/2006/main">
            <a:pPr>
              <a:defRPr sz="1950">
                <a:solidFill>
                  <a:srgbClr val="203B31"/>
                </a:solidFill>
              </a:defRPr>
            </a:pPr>
            <a:r>
              <a:rPr sz="1950">
                <a:solidFill>
                  <a:srgbClr val="203B31"/>
                </a:solidFill>
              </a:rPr>
              <a:t>Recommendation +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B500D-5EA0-4A40-B985-282985B5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97663"/>
                </a:solidFill>
              </a:defRPr>
            </a:defPPr>
            <a:lvl1pPr>
              <a:defRPr sz="1875" b="0">
                <a:solidFill>
                  <a:srgbClr val="697663"/>
                </a:solidFill>
              </a:defRPr>
            </a:lvl1pPr>
            <a:lvl2pPr>
              <a:defRPr sz="1875" b="0">
                <a:solidFill>
                  <a:srgbClr val="697663"/>
                </a:solidFill>
              </a:defRPr>
            </a:lvl2pPr>
            <a:lvl3pPr>
              <a:defRPr sz="1875" b="0">
                <a:solidFill>
                  <a:srgbClr val="697663"/>
                </a:solidFill>
              </a:defRPr>
            </a:lvl3pPr>
            <a:lvl4pPr>
              <a:defRPr sz="1875" b="0">
                <a:solidFill>
                  <a:srgbClr val="697663"/>
                </a:solidFill>
              </a:defRPr>
            </a:lvl4pPr>
            <a:lvl5pPr>
              <a:defRPr sz="1875" b="0">
                <a:solidFill>
                  <a:srgbClr val="697663"/>
                </a:solidFill>
              </a:defRPr>
            </a:lvl5pPr>
            <a:lvl6pPr>
              <a:defRPr sz="1875" b="0">
                <a:solidFill>
                  <a:srgbClr val="697663"/>
                </a:solidFill>
              </a:defRPr>
            </a:lvl6pPr>
            <a:lvl7pPr>
              <a:defRPr sz="1875" b="0">
                <a:solidFill>
                  <a:srgbClr val="697663"/>
                </a:solidFill>
              </a:defRPr>
            </a:lvl7pPr>
            <a:lvl8pPr>
              <a:defRPr sz="1875" b="0">
                <a:solidFill>
                  <a:srgbClr val="697663"/>
                </a:solidFill>
              </a:defRPr>
            </a:lvl8pPr>
            <a:lvl9pPr>
              <a:defRPr sz="1875" b="0">
                <a:solidFill>
                  <a:srgbClr val="69766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97663"/>
                </a:solidFill>
              </a:defRPr>
            </a:pPr>
            <a:r>
              <a:rPr sz="1875" b="0">
                <a:solidFill>
                  <a:srgbClr val="697663"/>
                </a:solidFill>
              </a:rPr>
              <a:t>Code validates dates, profiles and evidence references. Missing data stays missing.</a:t>
            </a:r>
          </a:p>
        </p:txBody>
      </p:sp>
    </p:spTree>
    <p:extLst>
      <p:ext uri="{BB962C8B-B14F-4D97-AF65-F5344CB8AC3E}">
        <p14:creationId xmlns:p14="http://schemas.microsoft.com/office/powerpoint/2010/main" val="13394521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7DE15-5908-468B-BBF5-557F84D4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203B31"/>
                </a:solidFill>
              </a:defRPr>
            </a:defPPr>
            <a:lvl1pPr>
              <a:defRPr sz="3450" b="1">
                <a:solidFill>
                  <a:srgbClr val="203B31"/>
                </a:solidFill>
              </a:defRPr>
            </a:lvl1pPr>
            <a:lvl2pPr>
              <a:defRPr sz="3450" b="1">
                <a:solidFill>
                  <a:srgbClr val="203B31"/>
                </a:solidFill>
              </a:defRPr>
            </a:lvl2pPr>
            <a:lvl3pPr>
              <a:defRPr sz="3450" b="1">
                <a:solidFill>
                  <a:srgbClr val="203B31"/>
                </a:solidFill>
              </a:defRPr>
            </a:lvl3pPr>
            <a:lvl4pPr>
              <a:defRPr sz="3450" b="1">
                <a:solidFill>
                  <a:srgbClr val="203B31"/>
                </a:solidFill>
              </a:defRPr>
            </a:lvl4pPr>
            <a:lvl5pPr>
              <a:defRPr sz="3450" b="1">
                <a:solidFill>
                  <a:srgbClr val="203B31"/>
                </a:solidFill>
              </a:defRPr>
            </a:lvl5pPr>
            <a:lvl6pPr>
              <a:defRPr sz="3450" b="1">
                <a:solidFill>
                  <a:srgbClr val="203B31"/>
                </a:solidFill>
              </a:defRPr>
            </a:lvl6pPr>
            <a:lvl7pPr>
              <a:defRPr sz="3450" b="1">
                <a:solidFill>
                  <a:srgbClr val="203B31"/>
                </a:solidFill>
              </a:defRPr>
            </a:lvl7pPr>
            <a:lvl8pPr>
              <a:defRPr sz="3450" b="1">
                <a:solidFill>
                  <a:srgbClr val="203B31"/>
                </a:solidFill>
              </a:defRPr>
            </a:lvl8pPr>
            <a:lvl9pPr>
              <a:defRPr sz="3450" b="1">
                <a:solidFill>
                  <a:srgbClr val="203B31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03B31"/>
                </a:solidFill>
              </a:defRPr>
            </a:pPr>
            <a:r>
              <a:rPr sz="3450" b="1">
                <a:solidFill>
                  <a:srgbClr val="203B31"/>
                </a:solidFill>
              </a:rPr>
              <a:t>Activity, person and geographic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F7E82-E646-4856-878F-867463D3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97663"/>
                </a:solidFill>
              </a:defRPr>
            </a:defPPr>
            <a:lvl1pPr>
              <a:defRPr sz="1200" b="0">
                <a:solidFill>
                  <a:srgbClr val="697663"/>
                </a:solidFill>
              </a:defRPr>
            </a:lvl1pPr>
            <a:lvl2pPr>
              <a:defRPr sz="1200" b="0">
                <a:solidFill>
                  <a:srgbClr val="697663"/>
                </a:solidFill>
              </a:defRPr>
            </a:lvl2pPr>
            <a:lvl3pPr>
              <a:defRPr sz="1200" b="0">
                <a:solidFill>
                  <a:srgbClr val="697663"/>
                </a:solidFill>
              </a:defRPr>
            </a:lvl3pPr>
            <a:lvl4pPr>
              <a:defRPr sz="1200" b="0">
                <a:solidFill>
                  <a:srgbClr val="697663"/>
                </a:solidFill>
              </a:defRPr>
            </a:lvl4pPr>
            <a:lvl5pPr>
              <a:defRPr sz="1200" b="0">
                <a:solidFill>
                  <a:srgbClr val="697663"/>
                </a:solidFill>
              </a:defRPr>
            </a:lvl5pPr>
            <a:lvl6pPr>
              <a:defRPr sz="1200" b="0">
                <a:solidFill>
                  <a:srgbClr val="697663"/>
                </a:solidFill>
              </a:defRPr>
            </a:lvl6pPr>
            <a:lvl7pPr>
              <a:defRPr sz="1200" b="0">
                <a:solidFill>
                  <a:srgbClr val="697663"/>
                </a:solidFill>
              </a:defRPr>
            </a:lvl7pPr>
            <a:lvl8pPr>
              <a:defRPr sz="1200" b="0">
                <a:solidFill>
                  <a:srgbClr val="697663"/>
                </a:solidFill>
              </a:defRPr>
            </a:lvl8pPr>
            <a:lvl9pPr>
              <a:defRPr sz="1200" b="0">
                <a:solidFill>
                  <a:srgbClr val="69766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97663"/>
                </a:solidFill>
              </a:defRPr>
            </a:pPr>
            <a:r>
              <a:rPr sz="1200" b="0">
                <a:solidFill>
                  <a:srgbClr val="697663"/>
                </a:solidFill>
              </a:rPr>
              <a:t>Outside · GeoAI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08304-E56F-4E0A-8A1E-EDC0597E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97663"/>
                </a:solidFill>
              </a:defRPr>
            </a:defPPr>
            <a:lvl1pPr>
              <a:defRPr sz="1200" b="0">
                <a:solidFill>
                  <a:srgbClr val="697663"/>
                </a:solidFill>
              </a:defRPr>
            </a:lvl1pPr>
            <a:lvl2pPr>
              <a:defRPr sz="1200" b="0">
                <a:solidFill>
                  <a:srgbClr val="697663"/>
                </a:solidFill>
              </a:defRPr>
            </a:lvl2pPr>
            <a:lvl3pPr>
              <a:defRPr sz="1200" b="0">
                <a:solidFill>
                  <a:srgbClr val="697663"/>
                </a:solidFill>
              </a:defRPr>
            </a:lvl3pPr>
            <a:lvl4pPr>
              <a:defRPr sz="1200" b="0">
                <a:solidFill>
                  <a:srgbClr val="697663"/>
                </a:solidFill>
              </a:defRPr>
            </a:lvl4pPr>
            <a:lvl5pPr>
              <a:defRPr sz="1200" b="0">
                <a:solidFill>
                  <a:srgbClr val="697663"/>
                </a:solidFill>
              </a:defRPr>
            </a:lvl5pPr>
            <a:lvl6pPr>
              <a:defRPr sz="1200" b="0">
                <a:solidFill>
                  <a:srgbClr val="697663"/>
                </a:solidFill>
              </a:defRPr>
            </a:lvl6pPr>
            <a:lvl7pPr>
              <a:defRPr sz="1200" b="0">
                <a:solidFill>
                  <a:srgbClr val="697663"/>
                </a:solidFill>
              </a:defRPr>
            </a:lvl7pPr>
            <a:lvl8pPr>
              <a:defRPr sz="1200" b="0">
                <a:solidFill>
                  <a:srgbClr val="697663"/>
                </a:solidFill>
              </a:defRPr>
            </a:lvl8pPr>
            <a:lvl9pPr>
              <a:defRPr sz="1200" b="0">
                <a:solidFill>
                  <a:srgbClr val="69766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97663"/>
                </a:solidFill>
              </a:defRPr>
            </a:pPr>
            <a:r>
              <a:rPr sz="1200" b="0">
                <a:solidFill>
                  <a:srgbClr val="6976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79D28-C86A-45D6-9D8D-5D7BCCFF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3905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1"/>
                </a:solidFill>
              </a:defRPr>
            </a:defPPr>
            <a:lvl1pPr>
              <a:defRPr sz="2175" b="0">
                <a:solidFill>
                  <a:srgbClr val="203B31"/>
                </a:solidFill>
              </a:defRPr>
            </a:lvl1pPr>
            <a:lvl2pPr>
              <a:defRPr sz="2175" b="0">
                <a:solidFill>
                  <a:srgbClr val="203B31"/>
                </a:solidFill>
              </a:defRPr>
            </a:lvl2pPr>
            <a:lvl3pPr>
              <a:defRPr sz="2175" b="0">
                <a:solidFill>
                  <a:srgbClr val="203B31"/>
                </a:solidFill>
              </a:defRPr>
            </a:lvl3pPr>
            <a:lvl4pPr>
              <a:defRPr sz="2175" b="0">
                <a:solidFill>
                  <a:srgbClr val="203B31"/>
                </a:solidFill>
              </a:defRPr>
            </a:lvl4pPr>
            <a:lvl5pPr>
              <a:defRPr sz="2175" b="0">
                <a:solidFill>
                  <a:srgbClr val="203B31"/>
                </a:solidFill>
              </a:defRPr>
            </a:lvl5pPr>
            <a:lvl6pPr>
              <a:defRPr sz="2175" b="0">
                <a:solidFill>
                  <a:srgbClr val="203B31"/>
                </a:solidFill>
              </a:defRPr>
            </a:lvl6pPr>
            <a:lvl7pPr>
              <a:defRPr sz="2175" b="0">
                <a:solidFill>
                  <a:srgbClr val="203B31"/>
                </a:solidFill>
              </a:defRPr>
            </a:lvl7pPr>
            <a:lvl8pPr>
              <a:defRPr sz="2175" b="0">
                <a:solidFill>
                  <a:srgbClr val="203B31"/>
                </a:solidFill>
              </a:defRPr>
            </a:lvl8pPr>
            <a:lvl9pPr>
              <a:defRPr sz="2175" b="0">
                <a:solidFill>
                  <a:srgbClr val="203B31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31"/>
                </a:solidFill>
              </a:defRPr>
            </a:pPr>
            <a:r>
              <a:rPr sz="2175" b="0">
                <a:solidFill>
                  <a:srgbClr val="203B31"/>
                </a:solidFill>
              </a:rPr>
              <a:t>Running / jogging</a:t>
            </a:r>
          </a:p>
          <a:p xmlns:a="http://schemas.openxmlformats.org/drawingml/2006/main">
            <a:pPr>
              <a:defRPr sz="2175" b="0">
                <a:solidFill>
                  <a:srgbClr val="203B31"/>
                </a:solidFill>
              </a:defRPr>
            </a:pPr>
            <a:r>
              <a:rPr sz="2175" b="0">
                <a:solidFill>
                  <a:srgbClr val="203B31"/>
                </a:solidFill>
              </a:rPr>
              <a:t>Cycling / commuting</a:t>
            </a:r>
          </a:p>
          <a:p xmlns:a="http://schemas.openxmlformats.org/drawingml/2006/main">
            <a:pPr>
              <a:defRPr sz="2175" b="0">
                <a:solidFill>
                  <a:srgbClr val="203B31"/>
                </a:solidFill>
              </a:defRPr>
            </a:pPr>
            <a:r>
              <a:rPr sz="2175" b="0">
                <a:solidFill>
                  <a:srgbClr val="203B31"/>
                </a:solidFill>
              </a:rPr>
              <a:t>Golf</a:t>
            </a:r>
          </a:p>
          <a:p xmlns:a="http://schemas.openxmlformats.org/drawingml/2006/main">
            <a:pPr>
              <a:defRPr sz="2175" b="0">
                <a:solidFill>
                  <a:srgbClr val="203B31"/>
                </a:solidFill>
              </a:defRPr>
            </a:pPr>
            <a:r>
              <a:rPr sz="2175" b="0">
                <a:solidFill>
                  <a:srgbClr val="203B31"/>
                </a:solidFill>
              </a:rPr>
              <a:t>Cricket</a:t>
            </a:r>
          </a:p>
          <a:p xmlns:a="http://schemas.openxmlformats.org/drawingml/2006/main">
            <a:pPr>
              <a:defRPr sz="2175" b="0">
                <a:solidFill>
                  <a:srgbClr val="203B31"/>
                </a:solidFill>
              </a:defRPr>
            </a:pPr>
            <a:r>
              <a:rPr sz="2175" b="0">
                <a:solidFill>
                  <a:srgbClr val="203B31"/>
                </a:solidFill>
              </a:rPr>
              <a:t>Outdoor football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22F7B-564D-48DC-B39A-29BB8B63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57375"/>
            <a:ext cx="5715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1"/>
                </a:solidFill>
              </a:defRPr>
            </a:defPPr>
            <a:lvl1pPr>
              <a:defRPr sz="2175" b="0">
                <a:solidFill>
                  <a:srgbClr val="203B31"/>
                </a:solidFill>
              </a:defRPr>
            </a:lvl1pPr>
            <a:lvl2pPr>
              <a:defRPr sz="2175" b="0">
                <a:solidFill>
                  <a:srgbClr val="203B31"/>
                </a:solidFill>
              </a:defRPr>
            </a:lvl2pPr>
            <a:lvl3pPr>
              <a:defRPr sz="2175" b="0">
                <a:solidFill>
                  <a:srgbClr val="203B31"/>
                </a:solidFill>
              </a:defRPr>
            </a:lvl3pPr>
            <a:lvl4pPr>
              <a:defRPr sz="2175" b="0">
                <a:solidFill>
                  <a:srgbClr val="203B31"/>
                </a:solidFill>
              </a:defRPr>
            </a:lvl4pPr>
            <a:lvl5pPr>
              <a:defRPr sz="2175" b="0">
                <a:solidFill>
                  <a:srgbClr val="203B31"/>
                </a:solidFill>
              </a:defRPr>
            </a:lvl5pPr>
            <a:lvl6pPr>
              <a:defRPr sz="2175" b="0">
                <a:solidFill>
                  <a:srgbClr val="203B31"/>
                </a:solidFill>
              </a:defRPr>
            </a:lvl6pPr>
            <a:lvl7pPr>
              <a:defRPr sz="2175" b="0">
                <a:solidFill>
                  <a:srgbClr val="203B31"/>
                </a:solidFill>
              </a:defRPr>
            </a:lvl7pPr>
            <a:lvl8pPr>
              <a:defRPr sz="2175" b="0">
                <a:solidFill>
                  <a:srgbClr val="203B31"/>
                </a:solidFill>
              </a:defRPr>
            </a:lvl8pPr>
            <a:lvl9pPr>
              <a:defRPr sz="2175" b="0">
                <a:solidFill>
                  <a:srgbClr val="203B31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31"/>
                </a:solidFill>
              </a:defRPr>
            </a:pPr>
            <a:r>
              <a:rPr sz="2175" b="0">
                <a:solidFill>
                  <a:srgbClr val="203B31"/>
                </a:solidFill>
              </a:rPr>
              <a:t>Outdoor tennis</a:t>
            </a:r>
          </a:p>
          <a:p xmlns:a="http://schemas.openxmlformats.org/drawingml/2006/main">
            <a:pPr>
              <a:defRPr sz="2175" b="0">
                <a:solidFill>
                  <a:srgbClr val="203B31"/>
                </a:solidFill>
              </a:defRPr>
            </a:pPr>
            <a:r>
              <a:rPr sz="2175" b="0">
                <a:solidFill>
                  <a:srgbClr val="203B31"/>
                </a:solidFill>
              </a:rPr>
              <a:t>Hiking / nature walks</a:t>
            </a:r>
          </a:p>
          <a:p xmlns:a="http://schemas.openxmlformats.org/drawingml/2006/main">
            <a:pPr>
              <a:defRPr sz="2175" b="0">
                <a:solidFill>
                  <a:srgbClr val="203B31"/>
                </a:solidFill>
              </a:defRPr>
            </a:pPr>
            <a:r>
              <a:rPr sz="2175" b="0">
                <a:solidFill>
                  <a:srgbClr val="203B31"/>
                </a:solidFill>
              </a:rPr>
              <a:t>Picnics</a:t>
            </a:r>
          </a:p>
          <a:p xmlns:a="http://schemas.openxmlformats.org/drawingml/2006/main">
            <a:pPr>
              <a:defRPr sz="2175" b="0">
                <a:solidFill>
                  <a:srgbClr val="203B31"/>
                </a:solidFill>
              </a:defRPr>
            </a:pPr>
            <a:r>
              <a:rPr sz="2175" b="0">
                <a:solidFill>
                  <a:srgbClr val="203B31"/>
                </a:solidFill>
              </a:rPr>
              <a:t>Outdoor gatherings</a:t>
            </a:r>
          </a:p>
          <a:p xmlns:a="http://schemas.openxmlformats.org/drawingml/2006/main">
            <a:pPr>
              <a:defRPr sz="2175" b="0">
                <a:solidFill>
                  <a:srgbClr val="203B31"/>
                </a:solidFill>
              </a:defRPr>
            </a:pPr>
            <a:r>
              <a:rPr sz="2175" b="0">
                <a:solidFill>
                  <a:srgbClr val="203B31"/>
                </a:solidFill>
              </a:rPr>
              <a:t>Photography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0B760-D358-4E9A-8DC2-9039AA48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5B48"/>
                </a:solidFill>
              </a:defRPr>
            </a:defPPr>
            <a:lvl1pPr>
              <a:defRPr sz="2025" b="0">
                <a:solidFill>
                  <a:srgbClr val="245B48"/>
                </a:solidFill>
              </a:defRPr>
            </a:lvl1pPr>
            <a:lvl2pPr>
              <a:defRPr sz="2025" b="0">
                <a:solidFill>
                  <a:srgbClr val="245B48"/>
                </a:solidFill>
              </a:defRPr>
            </a:lvl2pPr>
            <a:lvl3pPr>
              <a:defRPr sz="2025" b="0">
                <a:solidFill>
                  <a:srgbClr val="245B48"/>
                </a:solidFill>
              </a:defRPr>
            </a:lvl3pPr>
            <a:lvl4pPr>
              <a:defRPr sz="2025" b="0">
                <a:solidFill>
                  <a:srgbClr val="245B48"/>
                </a:solidFill>
              </a:defRPr>
            </a:lvl4pPr>
            <a:lvl5pPr>
              <a:defRPr sz="2025" b="0">
                <a:solidFill>
                  <a:srgbClr val="245B48"/>
                </a:solidFill>
              </a:defRPr>
            </a:lvl5pPr>
            <a:lvl6pPr>
              <a:defRPr sz="2025" b="0">
                <a:solidFill>
                  <a:srgbClr val="245B48"/>
                </a:solidFill>
              </a:defRPr>
            </a:lvl6pPr>
            <a:lvl7pPr>
              <a:defRPr sz="2025" b="0">
                <a:solidFill>
                  <a:srgbClr val="245B48"/>
                </a:solidFill>
              </a:defRPr>
            </a:lvl7pPr>
            <a:lvl8pPr>
              <a:defRPr sz="2025" b="0">
                <a:solidFill>
                  <a:srgbClr val="245B48"/>
                </a:solidFill>
              </a:defRPr>
            </a:lvl8pPr>
            <a:lvl9pPr>
              <a:defRPr sz="2025" b="0">
                <a:solidFill>
                  <a:srgbClr val="245B4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5B48"/>
                </a:solidFill>
              </a:defRPr>
            </a:pPr>
            <a:r>
              <a:rPr sz="2025" b="0">
                <a:solidFill>
                  <a:srgbClr val="245B48"/>
                </a:solidFill>
              </a:rPr>
              <a:t>Profiles tighten prototype limits. Nearby roads, wind, water and greenery affect scoring and cautions.</a:t>
            </a:r>
          </a:p>
        </p:txBody>
      </p:sp>
    </p:spTree>
    <p:extLst>
      <p:ext uri="{BB962C8B-B14F-4D97-AF65-F5344CB8AC3E}">
        <p14:creationId xmlns:p14="http://schemas.microsoft.com/office/powerpoint/2010/main" val="13393455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F1941-13FF-4E3F-974A-A4B6CE89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203B31"/>
                </a:solidFill>
              </a:defRPr>
            </a:defPPr>
            <a:lvl1pPr>
              <a:defRPr sz="3450" b="1">
                <a:solidFill>
                  <a:srgbClr val="203B31"/>
                </a:solidFill>
              </a:defRPr>
            </a:lvl1pPr>
            <a:lvl2pPr>
              <a:defRPr sz="3450" b="1">
                <a:solidFill>
                  <a:srgbClr val="203B31"/>
                </a:solidFill>
              </a:defRPr>
            </a:lvl2pPr>
            <a:lvl3pPr>
              <a:defRPr sz="3450" b="1">
                <a:solidFill>
                  <a:srgbClr val="203B31"/>
                </a:solidFill>
              </a:defRPr>
            </a:lvl3pPr>
            <a:lvl4pPr>
              <a:defRPr sz="3450" b="1">
                <a:solidFill>
                  <a:srgbClr val="203B31"/>
                </a:solidFill>
              </a:defRPr>
            </a:lvl4pPr>
            <a:lvl5pPr>
              <a:defRPr sz="3450" b="1">
                <a:solidFill>
                  <a:srgbClr val="203B31"/>
                </a:solidFill>
              </a:defRPr>
            </a:lvl5pPr>
            <a:lvl6pPr>
              <a:defRPr sz="3450" b="1">
                <a:solidFill>
                  <a:srgbClr val="203B31"/>
                </a:solidFill>
              </a:defRPr>
            </a:lvl6pPr>
            <a:lvl7pPr>
              <a:defRPr sz="3450" b="1">
                <a:solidFill>
                  <a:srgbClr val="203B31"/>
                </a:solidFill>
              </a:defRPr>
            </a:lvl7pPr>
            <a:lvl8pPr>
              <a:defRPr sz="3450" b="1">
                <a:solidFill>
                  <a:srgbClr val="203B31"/>
                </a:solidFill>
              </a:defRPr>
            </a:lvl8pPr>
            <a:lvl9pPr>
              <a:defRPr sz="3450" b="1">
                <a:solidFill>
                  <a:srgbClr val="203B31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03B31"/>
                </a:solidFill>
              </a:defRPr>
            </a:pPr>
            <a:r>
              <a:rPr sz="3450" b="1">
                <a:solidFill>
                  <a:srgbClr val="203B31"/>
                </a:solidFill>
              </a:rPr>
              <a:t>A small, reproducible language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FC636-D7D3-4843-B542-0580ECE3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97663"/>
                </a:solidFill>
              </a:defRPr>
            </a:defPPr>
            <a:lvl1pPr>
              <a:defRPr sz="1200" b="0">
                <a:solidFill>
                  <a:srgbClr val="697663"/>
                </a:solidFill>
              </a:defRPr>
            </a:lvl1pPr>
            <a:lvl2pPr>
              <a:defRPr sz="1200" b="0">
                <a:solidFill>
                  <a:srgbClr val="697663"/>
                </a:solidFill>
              </a:defRPr>
            </a:lvl2pPr>
            <a:lvl3pPr>
              <a:defRPr sz="1200" b="0">
                <a:solidFill>
                  <a:srgbClr val="697663"/>
                </a:solidFill>
              </a:defRPr>
            </a:lvl3pPr>
            <a:lvl4pPr>
              <a:defRPr sz="1200" b="0">
                <a:solidFill>
                  <a:srgbClr val="697663"/>
                </a:solidFill>
              </a:defRPr>
            </a:lvl4pPr>
            <a:lvl5pPr>
              <a:defRPr sz="1200" b="0">
                <a:solidFill>
                  <a:srgbClr val="697663"/>
                </a:solidFill>
              </a:defRPr>
            </a:lvl5pPr>
            <a:lvl6pPr>
              <a:defRPr sz="1200" b="0">
                <a:solidFill>
                  <a:srgbClr val="697663"/>
                </a:solidFill>
              </a:defRPr>
            </a:lvl6pPr>
            <a:lvl7pPr>
              <a:defRPr sz="1200" b="0">
                <a:solidFill>
                  <a:srgbClr val="697663"/>
                </a:solidFill>
              </a:defRPr>
            </a:lvl7pPr>
            <a:lvl8pPr>
              <a:defRPr sz="1200" b="0">
                <a:solidFill>
                  <a:srgbClr val="697663"/>
                </a:solidFill>
              </a:defRPr>
            </a:lvl8pPr>
            <a:lvl9pPr>
              <a:defRPr sz="1200" b="0">
                <a:solidFill>
                  <a:srgbClr val="69766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97663"/>
                </a:solidFill>
              </a:defRPr>
            </a:pPr>
            <a:r>
              <a:rPr sz="1200" b="0">
                <a:solidFill>
                  <a:srgbClr val="697663"/>
                </a:solidFill>
              </a:rPr>
              <a:t>Outside · GeoAI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83E82-6003-4227-93E2-4C61F992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97663"/>
                </a:solidFill>
              </a:defRPr>
            </a:defPPr>
            <a:lvl1pPr>
              <a:defRPr sz="1200" b="0">
                <a:solidFill>
                  <a:srgbClr val="697663"/>
                </a:solidFill>
              </a:defRPr>
            </a:lvl1pPr>
            <a:lvl2pPr>
              <a:defRPr sz="1200" b="0">
                <a:solidFill>
                  <a:srgbClr val="697663"/>
                </a:solidFill>
              </a:defRPr>
            </a:lvl2pPr>
            <a:lvl3pPr>
              <a:defRPr sz="1200" b="0">
                <a:solidFill>
                  <a:srgbClr val="697663"/>
                </a:solidFill>
              </a:defRPr>
            </a:lvl3pPr>
            <a:lvl4pPr>
              <a:defRPr sz="1200" b="0">
                <a:solidFill>
                  <a:srgbClr val="697663"/>
                </a:solidFill>
              </a:defRPr>
            </a:lvl4pPr>
            <a:lvl5pPr>
              <a:defRPr sz="1200" b="0">
                <a:solidFill>
                  <a:srgbClr val="697663"/>
                </a:solidFill>
              </a:defRPr>
            </a:lvl5pPr>
            <a:lvl6pPr>
              <a:defRPr sz="1200" b="0">
                <a:solidFill>
                  <a:srgbClr val="697663"/>
                </a:solidFill>
              </a:defRPr>
            </a:lvl6pPr>
            <a:lvl7pPr>
              <a:defRPr sz="1200" b="0">
                <a:solidFill>
                  <a:srgbClr val="697663"/>
                </a:solidFill>
              </a:defRPr>
            </a:lvl7pPr>
            <a:lvl8pPr>
              <a:defRPr sz="1200" b="0">
                <a:solidFill>
                  <a:srgbClr val="697663"/>
                </a:solidFill>
              </a:defRPr>
            </a:lvl8pPr>
            <a:lvl9pPr>
              <a:defRPr sz="1200" b="0">
                <a:solidFill>
                  <a:srgbClr val="69766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97663"/>
                </a:solidFill>
              </a:defRPr>
            </a:pPr>
            <a:r>
              <a:rPr sz="1200" b="0">
                <a:solidFill>
                  <a:srgbClr val="6976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CD119-D92C-40E8-82AB-FBDEF760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900" b="1">
                <a:solidFill>
                  <a:srgbClr val="245B48"/>
                </a:solidFill>
              </a:defRPr>
            </a:defPPr>
            <a:lvl1pPr>
              <a:defRPr sz="6900" b="1">
                <a:solidFill>
                  <a:srgbClr val="245B48"/>
                </a:solidFill>
              </a:defRPr>
            </a:lvl1pPr>
            <a:lvl2pPr>
              <a:defRPr sz="6900" b="1">
                <a:solidFill>
                  <a:srgbClr val="245B48"/>
                </a:solidFill>
              </a:defRPr>
            </a:lvl2pPr>
            <a:lvl3pPr>
              <a:defRPr sz="6900" b="1">
                <a:solidFill>
                  <a:srgbClr val="245B48"/>
                </a:solidFill>
              </a:defRPr>
            </a:lvl3pPr>
            <a:lvl4pPr>
              <a:defRPr sz="6900" b="1">
                <a:solidFill>
                  <a:srgbClr val="245B48"/>
                </a:solidFill>
              </a:defRPr>
            </a:lvl4pPr>
            <a:lvl5pPr>
              <a:defRPr sz="6900" b="1">
                <a:solidFill>
                  <a:srgbClr val="245B48"/>
                </a:solidFill>
              </a:defRPr>
            </a:lvl5pPr>
            <a:lvl6pPr>
              <a:defRPr sz="6900" b="1">
                <a:solidFill>
                  <a:srgbClr val="245B48"/>
                </a:solidFill>
              </a:defRPr>
            </a:lvl6pPr>
            <a:lvl7pPr>
              <a:defRPr sz="6900" b="1">
                <a:solidFill>
                  <a:srgbClr val="245B48"/>
                </a:solidFill>
              </a:defRPr>
            </a:lvl7pPr>
            <a:lvl8pPr>
              <a:defRPr sz="6900" b="1">
                <a:solidFill>
                  <a:srgbClr val="245B48"/>
                </a:solidFill>
              </a:defRPr>
            </a:lvl8pPr>
            <a:lvl9pPr>
              <a:defRPr sz="6900" b="1">
                <a:solidFill>
                  <a:srgbClr val="245B48"/>
                </a:solidFill>
              </a:defRPr>
            </a:lvl9pPr>
          </a:lstStyle>
          <a:p xmlns:a="http://schemas.openxmlformats.org/drawingml/2006/main">
            <a:pPr>
              <a:defRPr sz="6900" b="1">
                <a:solidFill>
                  <a:srgbClr val="245B48"/>
                </a:solidFill>
              </a:defRPr>
            </a:pPr>
            <a:r>
              <a:rPr sz="6900" b="1">
                <a:solidFill>
                  <a:srgbClr val="245B48"/>
                </a:solidFill>
              </a:rPr>
              <a:t>1.54B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4133C-43AC-4CCA-8B4D-D22B2C66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97663"/>
                </a:solidFill>
              </a:defRPr>
            </a:defPPr>
            <a:lvl1pPr>
              <a:defRPr sz="1875" b="0">
                <a:solidFill>
                  <a:srgbClr val="697663"/>
                </a:solidFill>
              </a:defRPr>
            </a:lvl1pPr>
            <a:lvl2pPr>
              <a:defRPr sz="1875" b="0">
                <a:solidFill>
                  <a:srgbClr val="697663"/>
                </a:solidFill>
              </a:defRPr>
            </a:lvl2pPr>
            <a:lvl3pPr>
              <a:defRPr sz="1875" b="0">
                <a:solidFill>
                  <a:srgbClr val="697663"/>
                </a:solidFill>
              </a:defRPr>
            </a:lvl3pPr>
            <a:lvl4pPr>
              <a:defRPr sz="1875" b="0">
                <a:solidFill>
                  <a:srgbClr val="697663"/>
                </a:solidFill>
              </a:defRPr>
            </a:lvl4pPr>
            <a:lvl5pPr>
              <a:defRPr sz="1875" b="0">
                <a:solidFill>
                  <a:srgbClr val="697663"/>
                </a:solidFill>
              </a:defRPr>
            </a:lvl5pPr>
            <a:lvl6pPr>
              <a:defRPr sz="1875" b="0">
                <a:solidFill>
                  <a:srgbClr val="697663"/>
                </a:solidFill>
              </a:defRPr>
            </a:lvl6pPr>
            <a:lvl7pPr>
              <a:defRPr sz="1875" b="0">
                <a:solidFill>
                  <a:srgbClr val="697663"/>
                </a:solidFill>
              </a:defRPr>
            </a:lvl7pPr>
            <a:lvl8pPr>
              <a:defRPr sz="1875" b="0">
                <a:solidFill>
                  <a:srgbClr val="697663"/>
                </a:solidFill>
              </a:defRPr>
            </a:lvl8pPr>
            <a:lvl9pPr>
              <a:defRPr sz="1875" b="0">
                <a:solidFill>
                  <a:srgbClr val="69766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97663"/>
                </a:solidFill>
              </a:defRPr>
            </a:pPr>
            <a:r>
              <a:rPr sz="1875" b="0">
                <a:solidFill>
                  <a:srgbClr val="697663"/>
                </a:solidFill>
              </a:rPr>
              <a:t>parameters · below the 3B limit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FE2C7-BEFF-44E1-A37A-9F3AAF08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B31"/>
                </a:solidFill>
              </a:defRPr>
            </a:defPPr>
            <a:lvl1pPr>
              <a:defRPr sz="2100" b="0">
                <a:solidFill>
                  <a:srgbClr val="203B31"/>
                </a:solidFill>
              </a:defRPr>
            </a:lvl1pPr>
            <a:lvl2pPr>
              <a:defRPr sz="2100" b="0">
                <a:solidFill>
                  <a:srgbClr val="203B31"/>
                </a:solidFill>
              </a:defRPr>
            </a:lvl2pPr>
            <a:lvl3pPr>
              <a:defRPr sz="2100" b="0">
                <a:solidFill>
                  <a:srgbClr val="203B31"/>
                </a:solidFill>
              </a:defRPr>
            </a:lvl3pPr>
            <a:lvl4pPr>
              <a:defRPr sz="2100" b="0">
                <a:solidFill>
                  <a:srgbClr val="203B31"/>
                </a:solidFill>
              </a:defRPr>
            </a:lvl4pPr>
            <a:lvl5pPr>
              <a:defRPr sz="2100" b="0">
                <a:solidFill>
                  <a:srgbClr val="203B31"/>
                </a:solidFill>
              </a:defRPr>
            </a:lvl5pPr>
            <a:lvl6pPr>
              <a:defRPr sz="2100" b="0">
                <a:solidFill>
                  <a:srgbClr val="203B31"/>
                </a:solidFill>
              </a:defRPr>
            </a:lvl6pPr>
            <a:lvl7pPr>
              <a:defRPr sz="2100" b="0">
                <a:solidFill>
                  <a:srgbClr val="203B31"/>
                </a:solidFill>
              </a:defRPr>
            </a:lvl7pPr>
            <a:lvl8pPr>
              <a:defRPr sz="2100" b="0">
                <a:solidFill>
                  <a:srgbClr val="203B31"/>
                </a:solidFill>
              </a:defRPr>
            </a:lvl8pPr>
            <a:lvl9pPr>
              <a:defRPr sz="2100" b="0">
                <a:solidFill>
                  <a:srgbClr val="203B3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B31"/>
                </a:solidFill>
              </a:defRPr>
            </a:pPr>
            <a:r>
              <a:rPr sz="2100" b="0">
                <a:solidFill>
                  <a:srgbClr val="203B31"/>
                </a:solidFill>
              </a:rPr>
              <a:t>Qwen2.5-1.5B-Instruct</a:t>
            </a:r>
          </a:p>
          <a:p xmlns:a="http://schemas.openxmlformats.org/drawingml/2006/main">
            <a:pPr>
              <a:defRPr sz="2100" b="0">
                <a:solidFill>
                  <a:srgbClr val="203B31"/>
                </a:solidFill>
              </a:defRPr>
            </a:pPr>
            <a:r>
              <a:rPr sz="2100" b="0">
                <a:solidFill>
                  <a:srgbClr val="203B31"/>
                </a:solidFill>
              </a:rPr>
              <a:t>Official Q4_K_M GGUF</a:t>
            </a:r>
          </a:p>
          <a:p xmlns:a="http://schemas.openxmlformats.org/drawingml/2006/main">
            <a:pPr>
              <a:defRPr sz="2100" b="0">
                <a:solidFill>
                  <a:srgbClr val="203B31"/>
                </a:solidFill>
              </a:defRPr>
            </a:pPr>
            <a:r>
              <a:rPr sz="2100" b="0">
                <a:solidFill>
                  <a:srgbClr val="203B31"/>
                </a:solidFill>
              </a:rPr>
              <a:t>CPU inference with llama.cpp</a:t>
            </a:r>
          </a:p>
          <a:p xmlns:a="http://schemas.openxmlformats.org/drawingml/2006/main">
            <a:pPr>
              <a:defRPr sz="2100" b="0">
                <a:solidFill>
                  <a:srgbClr val="203B31"/>
                </a:solidFill>
              </a:defRPr>
            </a:pPr>
            <a:r>
              <a:rPr sz="2100" b="0">
                <a:solidFill>
                  <a:srgbClr val="203B31"/>
                </a:solidFill>
              </a:rPr>
              <a:t>No fine-tuning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23013-7DAA-4176-A0AE-0DBDC0F7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1"/>
                </a:solidFill>
              </a:defRPr>
            </a:defPPr>
            <a:lvl1pPr>
              <a:defRPr sz="2175" b="0">
                <a:solidFill>
                  <a:srgbClr val="203B31"/>
                </a:solidFill>
              </a:defRPr>
            </a:lvl1pPr>
            <a:lvl2pPr>
              <a:defRPr sz="2175" b="0">
                <a:solidFill>
                  <a:srgbClr val="203B31"/>
                </a:solidFill>
              </a:defRPr>
            </a:lvl2pPr>
            <a:lvl3pPr>
              <a:defRPr sz="2175" b="0">
                <a:solidFill>
                  <a:srgbClr val="203B31"/>
                </a:solidFill>
              </a:defRPr>
            </a:lvl3pPr>
            <a:lvl4pPr>
              <a:defRPr sz="2175" b="0">
                <a:solidFill>
                  <a:srgbClr val="203B31"/>
                </a:solidFill>
              </a:defRPr>
            </a:lvl4pPr>
            <a:lvl5pPr>
              <a:defRPr sz="2175" b="0">
                <a:solidFill>
                  <a:srgbClr val="203B31"/>
                </a:solidFill>
              </a:defRPr>
            </a:lvl5pPr>
            <a:lvl6pPr>
              <a:defRPr sz="2175" b="0">
                <a:solidFill>
                  <a:srgbClr val="203B31"/>
                </a:solidFill>
              </a:defRPr>
            </a:lvl6pPr>
            <a:lvl7pPr>
              <a:defRPr sz="2175" b="0">
                <a:solidFill>
                  <a:srgbClr val="203B31"/>
                </a:solidFill>
              </a:defRPr>
            </a:lvl7pPr>
            <a:lvl8pPr>
              <a:defRPr sz="2175" b="0">
                <a:solidFill>
                  <a:srgbClr val="203B31"/>
                </a:solidFill>
              </a:defRPr>
            </a:lvl8pPr>
            <a:lvl9pPr>
              <a:defRPr sz="2175" b="0">
                <a:solidFill>
                  <a:srgbClr val="203B31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B31"/>
                </a:solidFill>
              </a:defRPr>
            </a:pPr>
            <a:r>
              <a:rPr sz="2175" b="0">
                <a:solidFill>
                  <a:srgbClr val="203B31"/>
                </a:solidFill>
              </a:rPr>
              <a:t>The model extracts the request and compares only supplied candidates.</a:t>
            </a:r>
          </a:p>
          <a:p xmlns:a="http://schemas.openxmlformats.org/drawingml/2006/main">
            <a:pPr>
              <a:defRPr sz="2175" b="0">
                <a:solidFill>
                  <a:srgbClr val="203B31"/>
                </a:solidFill>
              </a:defRPr>
            </a:pPr>
            <a:r>
              <a:rPr sz="2175" b="0">
                <a:solidFill>
                  <a:srgbClr val="203B31"/>
                </a:solidFill>
              </a:rPr>
              <a:t>Code checks its selected index and evidence keys.</a:t>
            </a:r>
          </a:p>
        </p:txBody>
      </p:sp>
    </p:spTree>
    <p:extLst>
      <p:ext uri="{BB962C8B-B14F-4D97-AF65-F5344CB8AC3E}">
        <p14:creationId xmlns:p14="http://schemas.microsoft.com/office/powerpoint/2010/main" val="15089537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3D571-5D2C-4DA3-879A-E992BAC7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203B31"/>
                </a:solidFill>
              </a:defRPr>
            </a:defPPr>
            <a:lvl1pPr>
              <a:defRPr sz="3450" b="1">
                <a:solidFill>
                  <a:srgbClr val="203B31"/>
                </a:solidFill>
              </a:defRPr>
            </a:lvl1pPr>
            <a:lvl2pPr>
              <a:defRPr sz="3450" b="1">
                <a:solidFill>
                  <a:srgbClr val="203B31"/>
                </a:solidFill>
              </a:defRPr>
            </a:lvl2pPr>
            <a:lvl3pPr>
              <a:defRPr sz="3450" b="1">
                <a:solidFill>
                  <a:srgbClr val="203B31"/>
                </a:solidFill>
              </a:defRPr>
            </a:lvl3pPr>
            <a:lvl4pPr>
              <a:defRPr sz="3450" b="1">
                <a:solidFill>
                  <a:srgbClr val="203B31"/>
                </a:solidFill>
              </a:defRPr>
            </a:lvl4pPr>
            <a:lvl5pPr>
              <a:defRPr sz="3450" b="1">
                <a:solidFill>
                  <a:srgbClr val="203B31"/>
                </a:solidFill>
              </a:defRPr>
            </a:lvl5pPr>
            <a:lvl6pPr>
              <a:defRPr sz="3450" b="1">
                <a:solidFill>
                  <a:srgbClr val="203B31"/>
                </a:solidFill>
              </a:defRPr>
            </a:lvl6pPr>
            <a:lvl7pPr>
              <a:defRPr sz="3450" b="1">
                <a:solidFill>
                  <a:srgbClr val="203B31"/>
                </a:solidFill>
              </a:defRPr>
            </a:lvl7pPr>
            <a:lvl8pPr>
              <a:defRPr sz="3450" b="1">
                <a:solidFill>
                  <a:srgbClr val="203B31"/>
                </a:solidFill>
              </a:defRPr>
            </a:lvl8pPr>
            <a:lvl9pPr>
              <a:defRPr sz="3450" b="1">
                <a:solidFill>
                  <a:srgbClr val="203B31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03B31"/>
                </a:solidFill>
              </a:defRPr>
            </a:pPr>
            <a:r>
              <a:rPr sz="3450" b="1">
                <a:solidFill>
                  <a:srgbClr val="203B31"/>
                </a:solidFill>
              </a:rPr>
              <a:t>Worked example: a morning run near Powai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FBE98-5296-4239-9B3C-53563722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97663"/>
                </a:solidFill>
              </a:defRPr>
            </a:defPPr>
            <a:lvl1pPr>
              <a:defRPr sz="1200" b="0">
                <a:solidFill>
                  <a:srgbClr val="697663"/>
                </a:solidFill>
              </a:defRPr>
            </a:lvl1pPr>
            <a:lvl2pPr>
              <a:defRPr sz="1200" b="0">
                <a:solidFill>
                  <a:srgbClr val="697663"/>
                </a:solidFill>
              </a:defRPr>
            </a:lvl2pPr>
            <a:lvl3pPr>
              <a:defRPr sz="1200" b="0">
                <a:solidFill>
                  <a:srgbClr val="697663"/>
                </a:solidFill>
              </a:defRPr>
            </a:lvl3pPr>
            <a:lvl4pPr>
              <a:defRPr sz="1200" b="0">
                <a:solidFill>
                  <a:srgbClr val="697663"/>
                </a:solidFill>
              </a:defRPr>
            </a:lvl4pPr>
            <a:lvl5pPr>
              <a:defRPr sz="1200" b="0">
                <a:solidFill>
                  <a:srgbClr val="697663"/>
                </a:solidFill>
              </a:defRPr>
            </a:lvl5pPr>
            <a:lvl6pPr>
              <a:defRPr sz="1200" b="0">
                <a:solidFill>
                  <a:srgbClr val="697663"/>
                </a:solidFill>
              </a:defRPr>
            </a:lvl6pPr>
            <a:lvl7pPr>
              <a:defRPr sz="1200" b="0">
                <a:solidFill>
                  <a:srgbClr val="697663"/>
                </a:solidFill>
              </a:defRPr>
            </a:lvl7pPr>
            <a:lvl8pPr>
              <a:defRPr sz="1200" b="0">
                <a:solidFill>
                  <a:srgbClr val="697663"/>
                </a:solidFill>
              </a:defRPr>
            </a:lvl8pPr>
            <a:lvl9pPr>
              <a:defRPr sz="1200" b="0">
                <a:solidFill>
                  <a:srgbClr val="69766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97663"/>
                </a:solidFill>
              </a:defRPr>
            </a:pPr>
            <a:r>
              <a:rPr sz="1200" b="0">
                <a:solidFill>
                  <a:srgbClr val="697663"/>
                </a:solidFill>
              </a:rPr>
              <a:t>Outside · GeoAI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8A76B-8DBA-44E7-BAF7-B8B49A6A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97663"/>
                </a:solidFill>
              </a:defRPr>
            </a:defPPr>
            <a:lvl1pPr>
              <a:defRPr sz="1200" b="0">
                <a:solidFill>
                  <a:srgbClr val="697663"/>
                </a:solidFill>
              </a:defRPr>
            </a:lvl1pPr>
            <a:lvl2pPr>
              <a:defRPr sz="1200" b="0">
                <a:solidFill>
                  <a:srgbClr val="697663"/>
                </a:solidFill>
              </a:defRPr>
            </a:lvl2pPr>
            <a:lvl3pPr>
              <a:defRPr sz="1200" b="0">
                <a:solidFill>
                  <a:srgbClr val="697663"/>
                </a:solidFill>
              </a:defRPr>
            </a:lvl3pPr>
            <a:lvl4pPr>
              <a:defRPr sz="1200" b="0">
                <a:solidFill>
                  <a:srgbClr val="697663"/>
                </a:solidFill>
              </a:defRPr>
            </a:lvl4pPr>
            <a:lvl5pPr>
              <a:defRPr sz="1200" b="0">
                <a:solidFill>
                  <a:srgbClr val="697663"/>
                </a:solidFill>
              </a:defRPr>
            </a:lvl5pPr>
            <a:lvl6pPr>
              <a:defRPr sz="1200" b="0">
                <a:solidFill>
                  <a:srgbClr val="697663"/>
                </a:solidFill>
              </a:defRPr>
            </a:lvl6pPr>
            <a:lvl7pPr>
              <a:defRPr sz="1200" b="0">
                <a:solidFill>
                  <a:srgbClr val="697663"/>
                </a:solidFill>
              </a:defRPr>
            </a:lvl7pPr>
            <a:lvl8pPr>
              <a:defRPr sz="1200" b="0">
                <a:solidFill>
                  <a:srgbClr val="697663"/>
                </a:solidFill>
              </a:defRPr>
            </a:lvl8pPr>
            <a:lvl9pPr>
              <a:defRPr sz="1200" b="0">
                <a:solidFill>
                  <a:srgbClr val="69766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97663"/>
                </a:solidFill>
              </a:defRPr>
            </a:pPr>
            <a:r>
              <a:rPr sz="1200" b="0">
                <a:solidFill>
                  <a:srgbClr val="6976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E1516-DC8F-4CCE-8FD8-2957953C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61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3B31"/>
                </a:solidFill>
              </a:defRPr>
            </a:defPPr>
            <a:lvl1pPr>
              <a:defRPr sz="2250" b="0">
                <a:solidFill>
                  <a:srgbClr val="203B31"/>
                </a:solidFill>
              </a:defRPr>
            </a:lvl1pPr>
            <a:lvl2pPr>
              <a:defRPr sz="2250" b="0">
                <a:solidFill>
                  <a:srgbClr val="203B31"/>
                </a:solidFill>
              </a:defRPr>
            </a:lvl2pPr>
            <a:lvl3pPr>
              <a:defRPr sz="2250" b="0">
                <a:solidFill>
                  <a:srgbClr val="203B31"/>
                </a:solidFill>
              </a:defRPr>
            </a:lvl3pPr>
            <a:lvl4pPr>
              <a:defRPr sz="2250" b="0">
                <a:solidFill>
                  <a:srgbClr val="203B31"/>
                </a:solidFill>
              </a:defRPr>
            </a:lvl4pPr>
            <a:lvl5pPr>
              <a:defRPr sz="2250" b="0">
                <a:solidFill>
                  <a:srgbClr val="203B31"/>
                </a:solidFill>
              </a:defRPr>
            </a:lvl5pPr>
            <a:lvl6pPr>
              <a:defRPr sz="2250" b="0">
                <a:solidFill>
                  <a:srgbClr val="203B31"/>
                </a:solidFill>
              </a:defRPr>
            </a:lvl6pPr>
            <a:lvl7pPr>
              <a:defRPr sz="2250" b="0">
                <a:solidFill>
                  <a:srgbClr val="203B31"/>
                </a:solidFill>
              </a:defRPr>
            </a:lvl7pPr>
            <a:lvl8pPr>
              <a:defRPr sz="2250" b="0">
                <a:solidFill>
                  <a:srgbClr val="203B31"/>
                </a:solidFill>
              </a:defRPr>
            </a:lvl8pPr>
            <a:lvl9pPr>
              <a:defRPr sz="2250" b="0">
                <a:solidFill>
                  <a:srgbClr val="203B31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B31"/>
                </a:solidFill>
              </a:defRPr>
            </a:pPr>
            <a:r>
              <a:rPr sz="2250" b="0">
                <a:solidFill>
                  <a:srgbClr val="203B31"/>
                </a:solidFill>
              </a:rPr>
              <a:t>“Where can I run tomorrow morning</a:t>
            </a:r>
          </a:p>
          <a:p xmlns:a="http://schemas.openxmlformats.org/drawingml/2006/main">
            <a:pPr>
              <a:defRPr sz="2250" b="0">
                <a:solidFill>
                  <a:srgbClr val="203B31"/>
                </a:solidFill>
              </a:defRPr>
            </a:pPr>
            <a:r>
              <a:rPr sz="2250" b="0">
                <a:solidFill>
                  <a:srgbClr val="203B31"/>
                </a:solidFill>
              </a:rPr>
              <a:t>within 5 km of Powai?”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445F0-7D2D-4881-9F34-7BB05DE1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561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5B48"/>
                </a:solidFill>
              </a:defRPr>
            </a:defPPr>
            <a:lvl1pPr>
              <a:defRPr sz="2175" b="1">
                <a:solidFill>
                  <a:srgbClr val="245B48"/>
                </a:solidFill>
              </a:defRPr>
            </a:lvl1pPr>
            <a:lvl2pPr>
              <a:defRPr sz="2175" b="1">
                <a:solidFill>
                  <a:srgbClr val="245B48"/>
                </a:solidFill>
              </a:defRPr>
            </a:lvl2pPr>
            <a:lvl3pPr>
              <a:defRPr sz="2175" b="1">
                <a:solidFill>
                  <a:srgbClr val="245B48"/>
                </a:solidFill>
              </a:defRPr>
            </a:lvl3pPr>
            <a:lvl4pPr>
              <a:defRPr sz="2175" b="1">
                <a:solidFill>
                  <a:srgbClr val="245B48"/>
                </a:solidFill>
              </a:defRPr>
            </a:lvl4pPr>
            <a:lvl5pPr>
              <a:defRPr sz="2175" b="1">
                <a:solidFill>
                  <a:srgbClr val="245B48"/>
                </a:solidFill>
              </a:defRPr>
            </a:lvl5pPr>
            <a:lvl6pPr>
              <a:defRPr sz="2175" b="1">
                <a:solidFill>
                  <a:srgbClr val="245B48"/>
                </a:solidFill>
              </a:defRPr>
            </a:lvl6pPr>
            <a:lvl7pPr>
              <a:defRPr sz="2175" b="1">
                <a:solidFill>
                  <a:srgbClr val="245B48"/>
                </a:solidFill>
              </a:defRPr>
            </a:lvl7pPr>
            <a:lvl8pPr>
              <a:defRPr sz="2175" b="1">
                <a:solidFill>
                  <a:srgbClr val="245B48"/>
                </a:solidFill>
              </a:defRPr>
            </a:lvl8pPr>
            <a:lvl9pPr>
              <a:defRPr sz="2175" b="1">
                <a:solidFill>
                  <a:srgbClr val="245B48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48"/>
                </a:solidFill>
              </a:defRPr>
            </a:pPr>
            <a:r>
              <a:rPr sz="2175" b="1">
                <a:solidFill>
                  <a:srgbClr val="245B48"/>
                </a:solidFill>
              </a:rPr>
              <a:t>5 venues · 20 place/hour combinations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DAAAD-B22C-4C60-B0C6-CDFFF308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61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B31"/>
                </a:solidFill>
              </a:defRPr>
            </a:defPPr>
            <a:lvl1pPr>
              <a:defRPr sz="2100" b="0">
                <a:solidFill>
                  <a:srgbClr val="203B31"/>
                </a:solidFill>
              </a:defRPr>
            </a:lvl1pPr>
            <a:lvl2pPr>
              <a:defRPr sz="2100" b="0">
                <a:solidFill>
                  <a:srgbClr val="203B31"/>
                </a:solidFill>
              </a:defRPr>
            </a:lvl2pPr>
            <a:lvl3pPr>
              <a:defRPr sz="2100" b="0">
                <a:solidFill>
                  <a:srgbClr val="203B31"/>
                </a:solidFill>
              </a:defRPr>
            </a:lvl3pPr>
            <a:lvl4pPr>
              <a:defRPr sz="2100" b="0">
                <a:solidFill>
                  <a:srgbClr val="203B31"/>
                </a:solidFill>
              </a:defRPr>
            </a:lvl4pPr>
            <a:lvl5pPr>
              <a:defRPr sz="2100" b="0">
                <a:solidFill>
                  <a:srgbClr val="203B31"/>
                </a:solidFill>
              </a:defRPr>
            </a:lvl5pPr>
            <a:lvl6pPr>
              <a:defRPr sz="2100" b="0">
                <a:solidFill>
                  <a:srgbClr val="203B31"/>
                </a:solidFill>
              </a:defRPr>
            </a:lvl6pPr>
            <a:lvl7pPr>
              <a:defRPr sz="2100" b="0">
                <a:solidFill>
                  <a:srgbClr val="203B31"/>
                </a:solidFill>
              </a:defRPr>
            </a:lvl7pPr>
            <a:lvl8pPr>
              <a:defRPr sz="2100" b="0">
                <a:solidFill>
                  <a:srgbClr val="203B31"/>
                </a:solidFill>
              </a:defRPr>
            </a:lvl8pPr>
            <a:lvl9pPr>
              <a:defRPr sz="2100" b="0">
                <a:solidFill>
                  <a:srgbClr val="203B3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B31"/>
                </a:solidFill>
              </a:defRPr>
            </a:pPr>
            <a:r>
              <a:rPr sz="2100" b="0">
                <a:solidFill>
                  <a:srgbClr val="203B31"/>
                </a:solidFill>
              </a:rPr>
              <a:t>The recorded run declined to recommend</a:t>
            </a:r>
          </a:p>
          <a:p xmlns:a="http://schemas.openxmlformats.org/drawingml/2006/main">
            <a:pPr>
              <a:defRPr sz="2100" b="0">
                <a:solidFill>
                  <a:srgbClr val="203B31"/>
                </a:solidFill>
              </a:defRPr>
            </a:pPr>
            <a:r>
              <a:rPr sz="2100" b="0">
                <a:solidFill>
                  <a:srgbClr val="203B31"/>
                </a:solidFill>
              </a:rPr>
              <a:t>an option. Forecast air quality exceeded</a:t>
            </a:r>
          </a:p>
          <a:p xmlns:a="http://schemas.openxmlformats.org/drawingml/2006/main">
            <a:pPr>
              <a:defRPr sz="2100" b="0">
                <a:solidFill>
                  <a:srgbClr val="203B31"/>
                </a:solidFill>
              </a:defRPr>
            </a:pPr>
            <a:r>
              <a:rPr sz="2100" b="0">
                <a:solidFill>
                  <a:srgbClr val="203B31"/>
                </a:solidFill>
              </a:rPr>
              <a:t>the prototype general-profile limit.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18627352-5065-4DFC-81CB-24F5AB6F4D66}"/>
              </a:ext>
            </a:extLst>
          </p:cNvPr>
          <p:cNvGraphicFramePr/>
          <p:nvPr/>
        </p:nvGraphicFramePr>
        <p:xfrm>
          <a:off xmlns:a="http://schemas.openxmlformats.org/drawingml/2006/main" x="6858000" y="1809750"/>
          <a:ext xmlns:a="http://schemas.openxmlformats.org/drawingml/2006/main" cx="4572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bfab4d6b4d4895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78358-EDB2-4868-ABE4-0BB6DC3B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816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97663"/>
                </a:solidFill>
              </a:defRPr>
            </a:defPPr>
            <a:lvl1pPr>
              <a:defRPr sz="1500" b="0">
                <a:solidFill>
                  <a:srgbClr val="697663"/>
                </a:solidFill>
              </a:defRPr>
            </a:lvl1pPr>
            <a:lvl2pPr>
              <a:defRPr sz="1500" b="0">
                <a:solidFill>
                  <a:srgbClr val="697663"/>
                </a:solidFill>
              </a:defRPr>
            </a:lvl2pPr>
            <a:lvl3pPr>
              <a:defRPr sz="1500" b="0">
                <a:solidFill>
                  <a:srgbClr val="697663"/>
                </a:solidFill>
              </a:defRPr>
            </a:lvl3pPr>
            <a:lvl4pPr>
              <a:defRPr sz="1500" b="0">
                <a:solidFill>
                  <a:srgbClr val="697663"/>
                </a:solidFill>
              </a:defRPr>
            </a:lvl4pPr>
            <a:lvl5pPr>
              <a:defRPr sz="1500" b="0">
                <a:solidFill>
                  <a:srgbClr val="697663"/>
                </a:solidFill>
              </a:defRPr>
            </a:lvl5pPr>
            <a:lvl6pPr>
              <a:defRPr sz="1500" b="0">
                <a:solidFill>
                  <a:srgbClr val="697663"/>
                </a:solidFill>
              </a:defRPr>
            </a:lvl6pPr>
            <a:lvl7pPr>
              <a:defRPr sz="1500" b="0">
                <a:solidFill>
                  <a:srgbClr val="697663"/>
                </a:solidFill>
              </a:defRPr>
            </a:lvl7pPr>
            <a:lvl8pPr>
              <a:defRPr sz="1500" b="0">
                <a:solidFill>
                  <a:srgbClr val="697663"/>
                </a:solidFill>
              </a:defRPr>
            </a:lvl8pPr>
            <a:lvl9pPr>
              <a:defRPr sz="1500" b="0">
                <a:solidFill>
                  <a:srgbClr val="69766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97663"/>
                </a:solidFill>
              </a:defRPr>
            </a:pPr>
            <a:r>
              <a:rPr sz="1500" b="0">
                <a:solidFill>
                  <a:srgbClr val="697663"/>
                </a:solidFill>
              </a:rPr>
              <a:t>Regional forecast, not a street-level sensor reading</a:t>
            </a:r>
          </a:p>
        </p:txBody>
      </p:sp>
    </p:spTree>
    <p:extLst>
      <p:ext uri="{BB962C8B-B14F-4D97-AF65-F5344CB8AC3E}">
        <p14:creationId xmlns:p14="http://schemas.microsoft.com/office/powerpoint/2010/main" val="16020056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C190B-F55D-4A41-91CD-4CA8933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203B31"/>
                </a:solidFill>
              </a:defRPr>
            </a:defPPr>
            <a:lvl1pPr>
              <a:defRPr sz="3450" b="1">
                <a:solidFill>
                  <a:srgbClr val="203B31"/>
                </a:solidFill>
              </a:defRPr>
            </a:lvl1pPr>
            <a:lvl2pPr>
              <a:defRPr sz="3450" b="1">
                <a:solidFill>
                  <a:srgbClr val="203B31"/>
                </a:solidFill>
              </a:defRPr>
            </a:lvl2pPr>
            <a:lvl3pPr>
              <a:defRPr sz="3450" b="1">
                <a:solidFill>
                  <a:srgbClr val="203B31"/>
                </a:solidFill>
              </a:defRPr>
            </a:lvl3pPr>
            <a:lvl4pPr>
              <a:defRPr sz="3450" b="1">
                <a:solidFill>
                  <a:srgbClr val="203B31"/>
                </a:solidFill>
              </a:defRPr>
            </a:lvl4pPr>
            <a:lvl5pPr>
              <a:defRPr sz="3450" b="1">
                <a:solidFill>
                  <a:srgbClr val="203B31"/>
                </a:solidFill>
              </a:defRPr>
            </a:lvl5pPr>
            <a:lvl6pPr>
              <a:defRPr sz="3450" b="1">
                <a:solidFill>
                  <a:srgbClr val="203B31"/>
                </a:solidFill>
              </a:defRPr>
            </a:lvl6pPr>
            <a:lvl7pPr>
              <a:defRPr sz="3450" b="1">
                <a:solidFill>
                  <a:srgbClr val="203B31"/>
                </a:solidFill>
              </a:defRPr>
            </a:lvl7pPr>
            <a:lvl8pPr>
              <a:defRPr sz="3450" b="1">
                <a:solidFill>
                  <a:srgbClr val="203B31"/>
                </a:solidFill>
              </a:defRPr>
            </a:lvl8pPr>
            <a:lvl9pPr>
              <a:defRPr sz="3450" b="1">
                <a:solidFill>
                  <a:srgbClr val="203B31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03B31"/>
                </a:solidFill>
              </a:defRPr>
            </a:pPr>
            <a:r>
              <a:rPr sz="3450" b="1">
                <a:solidFill>
                  <a:srgbClr val="203B31"/>
                </a:solidFill>
              </a:rPr>
              <a:t>Limitations and live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DC5E4-60F6-4F17-A373-ABDA259C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97663"/>
                </a:solidFill>
              </a:defRPr>
            </a:defPPr>
            <a:lvl1pPr>
              <a:defRPr sz="1200" b="0">
                <a:solidFill>
                  <a:srgbClr val="697663"/>
                </a:solidFill>
              </a:defRPr>
            </a:lvl1pPr>
            <a:lvl2pPr>
              <a:defRPr sz="1200" b="0">
                <a:solidFill>
                  <a:srgbClr val="697663"/>
                </a:solidFill>
              </a:defRPr>
            </a:lvl2pPr>
            <a:lvl3pPr>
              <a:defRPr sz="1200" b="0">
                <a:solidFill>
                  <a:srgbClr val="697663"/>
                </a:solidFill>
              </a:defRPr>
            </a:lvl3pPr>
            <a:lvl4pPr>
              <a:defRPr sz="1200" b="0">
                <a:solidFill>
                  <a:srgbClr val="697663"/>
                </a:solidFill>
              </a:defRPr>
            </a:lvl4pPr>
            <a:lvl5pPr>
              <a:defRPr sz="1200" b="0">
                <a:solidFill>
                  <a:srgbClr val="697663"/>
                </a:solidFill>
              </a:defRPr>
            </a:lvl5pPr>
            <a:lvl6pPr>
              <a:defRPr sz="1200" b="0">
                <a:solidFill>
                  <a:srgbClr val="697663"/>
                </a:solidFill>
              </a:defRPr>
            </a:lvl6pPr>
            <a:lvl7pPr>
              <a:defRPr sz="1200" b="0">
                <a:solidFill>
                  <a:srgbClr val="697663"/>
                </a:solidFill>
              </a:defRPr>
            </a:lvl7pPr>
            <a:lvl8pPr>
              <a:defRPr sz="1200" b="0">
                <a:solidFill>
                  <a:srgbClr val="697663"/>
                </a:solidFill>
              </a:defRPr>
            </a:lvl8pPr>
            <a:lvl9pPr>
              <a:defRPr sz="1200" b="0">
                <a:solidFill>
                  <a:srgbClr val="69766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97663"/>
                </a:solidFill>
              </a:defRPr>
            </a:pPr>
            <a:r>
              <a:rPr sz="1200" b="0">
                <a:solidFill>
                  <a:srgbClr val="697663"/>
                </a:solidFill>
              </a:rPr>
              <a:t>Outside · GeoAI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7171B-DEDF-4F52-A225-F218BB39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97663"/>
                </a:solidFill>
              </a:defRPr>
            </a:defPPr>
            <a:lvl1pPr>
              <a:defRPr sz="1200" b="0">
                <a:solidFill>
                  <a:srgbClr val="697663"/>
                </a:solidFill>
              </a:defRPr>
            </a:lvl1pPr>
            <a:lvl2pPr>
              <a:defRPr sz="1200" b="0">
                <a:solidFill>
                  <a:srgbClr val="697663"/>
                </a:solidFill>
              </a:defRPr>
            </a:lvl2pPr>
            <a:lvl3pPr>
              <a:defRPr sz="1200" b="0">
                <a:solidFill>
                  <a:srgbClr val="697663"/>
                </a:solidFill>
              </a:defRPr>
            </a:lvl3pPr>
            <a:lvl4pPr>
              <a:defRPr sz="1200" b="0">
                <a:solidFill>
                  <a:srgbClr val="697663"/>
                </a:solidFill>
              </a:defRPr>
            </a:lvl4pPr>
            <a:lvl5pPr>
              <a:defRPr sz="1200" b="0">
                <a:solidFill>
                  <a:srgbClr val="697663"/>
                </a:solidFill>
              </a:defRPr>
            </a:lvl5pPr>
            <a:lvl6pPr>
              <a:defRPr sz="1200" b="0">
                <a:solidFill>
                  <a:srgbClr val="697663"/>
                </a:solidFill>
              </a:defRPr>
            </a:lvl6pPr>
            <a:lvl7pPr>
              <a:defRPr sz="1200" b="0">
                <a:solidFill>
                  <a:srgbClr val="697663"/>
                </a:solidFill>
              </a:defRPr>
            </a:lvl7pPr>
            <a:lvl8pPr>
              <a:defRPr sz="1200" b="0">
                <a:solidFill>
                  <a:srgbClr val="697663"/>
                </a:solidFill>
              </a:defRPr>
            </a:lvl8pPr>
            <a:lvl9pPr>
              <a:defRPr sz="1200" b="0">
                <a:solidFill>
                  <a:srgbClr val="69766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97663"/>
                </a:solidFill>
              </a:defRPr>
            </a:pPr>
            <a:r>
              <a:rPr sz="1200" b="0">
                <a:solidFill>
                  <a:srgbClr val="6976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FB76F-8790-4586-9968-90E7406D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B31"/>
                </a:solidFill>
              </a:defRPr>
            </a:defPPr>
            <a:lvl1pPr>
              <a:defRPr sz="2100" b="0">
                <a:solidFill>
                  <a:srgbClr val="203B31"/>
                </a:solidFill>
              </a:defRPr>
            </a:lvl1pPr>
            <a:lvl2pPr>
              <a:defRPr sz="2100" b="0">
                <a:solidFill>
                  <a:srgbClr val="203B31"/>
                </a:solidFill>
              </a:defRPr>
            </a:lvl2pPr>
            <a:lvl3pPr>
              <a:defRPr sz="2100" b="0">
                <a:solidFill>
                  <a:srgbClr val="203B31"/>
                </a:solidFill>
              </a:defRPr>
            </a:lvl3pPr>
            <a:lvl4pPr>
              <a:defRPr sz="2100" b="0">
                <a:solidFill>
                  <a:srgbClr val="203B31"/>
                </a:solidFill>
              </a:defRPr>
            </a:lvl4pPr>
            <a:lvl5pPr>
              <a:defRPr sz="2100" b="0">
                <a:solidFill>
                  <a:srgbClr val="203B31"/>
                </a:solidFill>
              </a:defRPr>
            </a:lvl5pPr>
            <a:lvl6pPr>
              <a:defRPr sz="2100" b="0">
                <a:solidFill>
                  <a:srgbClr val="203B31"/>
                </a:solidFill>
              </a:defRPr>
            </a:lvl6pPr>
            <a:lvl7pPr>
              <a:defRPr sz="2100" b="0">
                <a:solidFill>
                  <a:srgbClr val="203B31"/>
                </a:solidFill>
              </a:defRPr>
            </a:lvl7pPr>
            <a:lvl8pPr>
              <a:defRPr sz="2100" b="0">
                <a:solidFill>
                  <a:srgbClr val="203B31"/>
                </a:solidFill>
              </a:defRPr>
            </a:lvl8pPr>
            <a:lvl9pPr>
              <a:defRPr sz="2100" b="0">
                <a:solidFill>
                  <a:srgbClr val="203B3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B31"/>
                </a:solidFill>
              </a:defRPr>
            </a:pPr>
            <a:r>
              <a:rPr sz="2100" b="0">
                <a:solidFill>
                  <a:srgbClr val="203B31"/>
                </a:solidFill>
              </a:rPr>
              <a:t>Traffic and wind exposure are proxies; route times exclude live congestion.</a:t>
            </a:r>
          </a:p>
          <a:p xmlns:a="http://schemas.openxmlformats.org/drawingml/2006/main">
            <a:pPr>
              <a:defRPr sz="2100" b="0">
                <a:solidFill>
                  <a:srgbClr val="203B31"/>
                </a:solidFill>
              </a:defRPr>
            </a:pPr>
            <a:r>
              <a:rPr sz="2100" b="0">
                <a:solidFill>
                  <a:srgbClr val="203B31"/>
                </a:solidFill>
              </a:rPr>
              <a:t>Regional AQI cannot measure street-level exposure.</a:t>
            </a:r>
          </a:p>
          <a:p xmlns:a="http://schemas.openxmlformats.org/drawingml/2006/main">
            <a:pPr>
              <a:defRPr sz="2100" b="0">
                <a:solidFill>
                  <a:srgbClr val="203B31"/>
                </a:solidFill>
              </a:defRPr>
            </a:pPr>
            <a:r>
              <a:rPr sz="2100" b="0">
                <a:solidFill>
                  <a:srgbClr val="203B31"/>
                </a:solidFill>
              </a:rPr>
              <a:t>Venue opening hours, access and surface conditions need confirmation.</a:t>
            </a:r>
          </a:p>
          <a:p xmlns:a="http://schemas.openxmlformats.org/drawingml/2006/main">
            <a:pPr>
              <a:defRPr sz="2100" b="0">
                <a:solidFill>
                  <a:srgbClr val="203B31"/>
                </a:solidFill>
              </a:defRPr>
            </a:pPr>
            <a:r>
              <a:rPr sz="2100" b="0">
                <a:solidFill>
                  <a:srgbClr val="203B31"/>
                </a:solidFill>
              </a:rPr>
              <a:t>The public endpoint depends on a laptop and a temporary tunnel.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74C36-52F7-4023-AB21-BE1055BA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5B48"/>
                </a:solidFill>
              </a:defRPr>
            </a:defPPr>
            <a:lvl1pPr>
              <a:defRPr sz="1800" b="0">
                <a:solidFill>
                  <a:srgbClr val="245B48"/>
                </a:solidFill>
              </a:defRPr>
            </a:lvl1pPr>
            <a:lvl2pPr>
              <a:defRPr sz="1800" b="0">
                <a:solidFill>
                  <a:srgbClr val="245B48"/>
                </a:solidFill>
              </a:defRPr>
            </a:lvl2pPr>
            <a:lvl3pPr>
              <a:defRPr sz="1800" b="0">
                <a:solidFill>
                  <a:srgbClr val="245B48"/>
                </a:solidFill>
              </a:defRPr>
            </a:lvl3pPr>
            <a:lvl4pPr>
              <a:defRPr sz="1800" b="0">
                <a:solidFill>
                  <a:srgbClr val="245B48"/>
                </a:solidFill>
              </a:defRPr>
            </a:lvl4pPr>
            <a:lvl5pPr>
              <a:defRPr sz="1800" b="0">
                <a:solidFill>
                  <a:srgbClr val="245B48"/>
                </a:solidFill>
              </a:defRPr>
            </a:lvl5pPr>
            <a:lvl6pPr>
              <a:defRPr sz="1800" b="0">
                <a:solidFill>
                  <a:srgbClr val="245B48"/>
                </a:solidFill>
              </a:defRPr>
            </a:lvl6pPr>
            <a:lvl7pPr>
              <a:defRPr sz="1800" b="0">
                <a:solidFill>
                  <a:srgbClr val="245B48"/>
                </a:solidFill>
              </a:defRPr>
            </a:lvl7pPr>
            <a:lvl8pPr>
              <a:defRPr sz="1800" b="0">
                <a:solidFill>
                  <a:srgbClr val="245B48"/>
                </a:solidFill>
              </a:defRPr>
            </a:lvl8pPr>
            <a:lvl9pPr>
              <a:defRPr sz="1800" b="0">
                <a:solidFill>
                  <a:srgbClr val="245B48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5B48"/>
                </a:solidFill>
              </a:defRPr>
            </a:pPr>
            <a:r>
              <a:rPr sz="1800" b="0">
                <a:solidFill>
                  <a:srgbClr val="245B48"/>
                </a:solidFill>
              </a:rPr>
              <a:t>Live app: thehun-modem-weight-moving.trycloudflare.com</a:t>
            </a:r>
          </a:p>
          <a:p xmlns:a="http://schemas.openxmlformats.org/drawingml/2006/main">
            <a:pPr>
              <a:defRPr sz="1800" b="0">
                <a:solidFill>
                  <a:srgbClr val="245B48"/>
                </a:solidFill>
              </a:defRPr>
            </a:pPr>
            <a:r>
              <a:rPr sz="1800" b="0">
                <a:solidFill>
                  <a:srgbClr val="245B48"/>
                </a:solidFill>
              </a:rPr>
              <a:t>Code: github.com/F4K3S4T1SH/geoai-outdoor-assistant</a:t>
            </a:r>
          </a:p>
          <a:p xmlns:a="http://schemas.openxmlformats.org/drawingml/2006/main">
            <a:pPr>
              <a:defRPr sz="1800" b="0">
                <a:solidFill>
                  <a:srgbClr val="245B48"/>
                </a:solidFill>
              </a:defRPr>
            </a:pPr>
            <a:r>
              <a:rPr sz="1800" b="0">
                <a:solidFill>
                  <a:srgbClr val="245B48"/>
                </a:solidFill>
              </a:rPr>
              <a:t>Model: huggingface.co/F4K3S4T1SH/geoai-outdoor-model</a:t>
            </a:r>
          </a:p>
        </p:txBody>
      </p:sp>
    </p:spTree>
    <p:extLst>
      <p:ext uri="{BB962C8B-B14F-4D97-AF65-F5344CB8AC3E}">
        <p14:creationId xmlns:p14="http://schemas.microsoft.com/office/powerpoint/2010/main" val="1343702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2026-10-22T19:56:54.4310000Z</dcterms:created>
  <dcterms:modified xsi:type="dcterms:W3CDTF">2026-10-22T19:56:54.4310000Z</dcterms:modified>
</coreProperties>
</file>